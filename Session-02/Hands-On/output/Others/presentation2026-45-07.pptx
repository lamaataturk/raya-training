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Revenue: $1.2M</a:t>
            </a:r>
          </a:p>
          <a:p>
            <a:pPr lvl="1"/>
            <a:r>
              <a:t>Costs: $0.8M</a:t>
            </a:r>
          </a:p>
          <a:p>
            <a:pPr lvl="1"/>
            <a:r>
              <a:t>Profit: $0.4M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