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1" r:id="rId13"/>
  </p:sldIdLst>
  <p:sldSz cx="12192000" cy="6858000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051E1-CBB2-6DBE-767F-E07C82B8E949}" v="4" dt="2026-07-15T01:43:18.560"/>
  </p1510:revLst>
</p1510:revInfo>
</file>

<file path=ppt/tableStyles.xml><?xml version="1.0" encoding="utf-8"?>
<a:tblStyleLst xmlns:a="http://schemas.openxmlformats.org/drawingml/2006/main" def="{EF96D841-B2ED-411F-A08E-1D6BCEE15E9A}">
  <a:tblStyle styleId="{EF96D841-B2ED-411F-A08E-1D6BCEE15E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sef mohamed Kamel Thabit" userId="S::yussef_thabit@rayacorp.com::345fcbbb-e931-4815-b0fe-d1ab2afb8134" providerId="AD" clId="Web-{EFC4F4B9-706E-512C-BC18-947C93B2242C}"/>
    <pc:docChg chg="addSld delSld modSld sldOrd">
      <pc:chgData name="Yussef mohamed Kamel Thabit" userId="S::yussef_thabit@rayacorp.com::345fcbbb-e931-4815-b0fe-d1ab2afb8134" providerId="AD" clId="Web-{EFC4F4B9-706E-512C-BC18-947C93B2242C}" dt="2026-06-29T10:01:35.702" v="46"/>
      <pc:docMkLst>
        <pc:docMk/>
      </pc:docMkLst>
      <pc:sldChg chg="modSp">
        <pc:chgData name="Yussef mohamed Kamel Thabit" userId="S::yussef_thabit@rayacorp.com::345fcbbb-e931-4815-b0fe-d1ab2afb8134" providerId="AD" clId="Web-{EFC4F4B9-706E-512C-BC18-947C93B2242C}" dt="2026-06-29T09:49:57.687" v="7" actId="1076"/>
        <pc:sldMkLst>
          <pc:docMk/>
          <pc:sldMk cId="0" sldId="281"/>
        </pc:sldMkLst>
        <pc:spChg chg="mod">
          <ac:chgData name="Yussef mohamed Kamel Thabit" userId="S::yussef_thabit@rayacorp.com::345fcbbb-e931-4815-b0fe-d1ab2afb8134" providerId="AD" clId="Web-{EFC4F4B9-706E-512C-BC18-947C93B2242C}" dt="2026-06-29T09:49:57.562" v="0" actId="1076"/>
          <ac:spMkLst>
            <pc:docMk/>
            <pc:sldMk cId="0" sldId="281"/>
            <ac:spMk id="44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578" v="1" actId="1076"/>
          <ac:spMkLst>
            <pc:docMk/>
            <pc:sldMk cId="0" sldId="281"/>
            <ac:spMk id="44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593" v="2" actId="1076"/>
          <ac:spMkLst>
            <pc:docMk/>
            <pc:sldMk cId="0" sldId="281"/>
            <ac:spMk id="44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609" v="3" actId="1076"/>
          <ac:spMkLst>
            <pc:docMk/>
            <pc:sldMk cId="0" sldId="281"/>
            <ac:spMk id="44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640" v="4" actId="1076"/>
          <ac:spMkLst>
            <pc:docMk/>
            <pc:sldMk cId="0" sldId="281"/>
            <ac:spMk id="45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656" v="5" actId="1076"/>
          <ac:spMkLst>
            <pc:docMk/>
            <pc:sldMk cId="0" sldId="281"/>
            <ac:spMk id="45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671" v="6" actId="1076"/>
          <ac:spMkLst>
            <pc:docMk/>
            <pc:sldMk cId="0" sldId="281"/>
            <ac:spMk id="45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49:57.687" v="7" actId="1076"/>
          <ac:spMkLst>
            <pc:docMk/>
            <pc:sldMk cId="0" sldId="281"/>
            <ac:spMk id="453" creationId="{00000000-0000-0000-0000-000000000000}"/>
          </ac:spMkLst>
        </pc:spChg>
      </pc:sldChg>
      <pc:sldChg chg="modSp">
        <pc:chgData name="Yussef mohamed Kamel Thabit" userId="S::yussef_thabit@rayacorp.com::345fcbbb-e931-4815-b0fe-d1ab2afb8134" providerId="AD" clId="Web-{EFC4F4B9-706E-512C-BC18-947C93B2242C}" dt="2026-06-29T09:50:46.689" v="15" actId="1076"/>
        <pc:sldMkLst>
          <pc:docMk/>
          <pc:sldMk cId="0" sldId="289"/>
        </pc:sldMkLst>
        <pc:spChg chg="mod">
          <ac:chgData name="Yussef mohamed Kamel Thabit" userId="S::yussef_thabit@rayacorp.com::345fcbbb-e931-4815-b0fe-d1ab2afb8134" providerId="AD" clId="Web-{EFC4F4B9-706E-512C-BC18-947C93B2242C}" dt="2026-06-29T09:50:46.580" v="8" actId="1076"/>
          <ac:spMkLst>
            <pc:docMk/>
            <pc:sldMk cId="0" sldId="289"/>
            <ac:spMk id="53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596" v="9" actId="1076"/>
          <ac:spMkLst>
            <pc:docMk/>
            <pc:sldMk cId="0" sldId="289"/>
            <ac:spMk id="53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611" v="10" actId="1076"/>
          <ac:spMkLst>
            <pc:docMk/>
            <pc:sldMk cId="0" sldId="289"/>
            <ac:spMk id="53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627" v="11" actId="1076"/>
          <ac:spMkLst>
            <pc:docMk/>
            <pc:sldMk cId="0" sldId="289"/>
            <ac:spMk id="54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643" v="12" actId="1076"/>
          <ac:spMkLst>
            <pc:docMk/>
            <pc:sldMk cId="0" sldId="289"/>
            <ac:spMk id="54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658" v="13" actId="1076"/>
          <ac:spMkLst>
            <pc:docMk/>
            <pc:sldMk cId="0" sldId="289"/>
            <ac:spMk id="54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674" v="14" actId="1076"/>
          <ac:spMkLst>
            <pc:docMk/>
            <pc:sldMk cId="0" sldId="289"/>
            <ac:spMk id="54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46.689" v="15" actId="1076"/>
          <ac:spMkLst>
            <pc:docMk/>
            <pc:sldMk cId="0" sldId="289"/>
            <ac:spMk id="548" creationId="{00000000-0000-0000-0000-000000000000}"/>
          </ac:spMkLst>
        </pc:spChg>
      </pc:sldChg>
      <pc:sldChg chg="modSp">
        <pc:chgData name="Yussef mohamed Kamel Thabit" userId="S::yussef_thabit@rayacorp.com::345fcbbb-e931-4815-b0fe-d1ab2afb8134" providerId="AD" clId="Web-{EFC4F4B9-706E-512C-BC18-947C93B2242C}" dt="2026-06-29T09:50:55.971" v="23" actId="1076"/>
        <pc:sldMkLst>
          <pc:docMk/>
          <pc:sldMk cId="0" sldId="291"/>
        </pc:sldMkLst>
        <pc:spChg chg="mod">
          <ac:chgData name="Yussef mohamed Kamel Thabit" userId="S::yussef_thabit@rayacorp.com::345fcbbb-e931-4815-b0fe-d1ab2afb8134" providerId="AD" clId="Web-{EFC4F4B9-706E-512C-BC18-947C93B2242C}" dt="2026-06-29T09:50:55.862" v="16" actId="1076"/>
          <ac:spMkLst>
            <pc:docMk/>
            <pc:sldMk cId="0" sldId="291"/>
            <ac:spMk id="56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877" v="17" actId="1076"/>
          <ac:spMkLst>
            <pc:docMk/>
            <pc:sldMk cId="0" sldId="291"/>
            <ac:spMk id="57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893" v="18" actId="1076"/>
          <ac:spMkLst>
            <pc:docMk/>
            <pc:sldMk cId="0" sldId="291"/>
            <ac:spMk id="57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909" v="19" actId="1076"/>
          <ac:spMkLst>
            <pc:docMk/>
            <pc:sldMk cId="0" sldId="291"/>
            <ac:spMk id="57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924" v="20" actId="1076"/>
          <ac:spMkLst>
            <pc:docMk/>
            <pc:sldMk cId="0" sldId="291"/>
            <ac:spMk id="57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940" v="21" actId="1076"/>
          <ac:spMkLst>
            <pc:docMk/>
            <pc:sldMk cId="0" sldId="291"/>
            <ac:spMk id="57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956" v="22" actId="1076"/>
          <ac:spMkLst>
            <pc:docMk/>
            <pc:sldMk cId="0" sldId="291"/>
            <ac:spMk id="58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0:55.971" v="23" actId="1076"/>
          <ac:spMkLst>
            <pc:docMk/>
            <pc:sldMk cId="0" sldId="291"/>
            <ac:spMk id="581" creationId="{00000000-0000-0000-0000-000000000000}"/>
          </ac:spMkLst>
        </pc:spChg>
      </pc:sldChg>
      <pc:sldChg chg="ord">
        <pc:chgData name="Yussef mohamed Kamel Thabit" userId="S::yussef_thabit@rayacorp.com::345fcbbb-e931-4815-b0fe-d1ab2afb8134" providerId="AD" clId="Web-{EFC4F4B9-706E-512C-BC18-947C93B2242C}" dt="2026-06-29T09:52:21.679" v="38"/>
        <pc:sldMkLst>
          <pc:docMk/>
          <pc:sldMk cId="0" sldId="295"/>
        </pc:sldMkLst>
      </pc:sldChg>
      <pc:sldChg chg="modSp add">
        <pc:chgData name="Yussef mohamed Kamel Thabit" userId="S::yussef_thabit@rayacorp.com::345fcbbb-e931-4815-b0fe-d1ab2afb8134" providerId="AD" clId="Web-{EFC4F4B9-706E-512C-BC18-947C93B2242C}" dt="2026-06-29T09:52:49.992" v="41"/>
        <pc:sldMkLst>
          <pc:docMk/>
          <pc:sldMk cId="1768509700" sldId="399"/>
        </pc:sldMkLst>
        <pc:spChg chg="mod">
          <ac:chgData name="Yussef mohamed Kamel Thabit" userId="S::yussef_thabit@rayacorp.com::345fcbbb-e931-4815-b0fe-d1ab2afb8134" providerId="AD" clId="Web-{EFC4F4B9-706E-512C-BC18-947C93B2242C}" dt="2026-06-29T09:52:42.586" v="40" actId="20577"/>
          <ac:spMkLst>
            <pc:docMk/>
            <pc:sldMk cId="1768509700" sldId="399"/>
            <ac:spMk id="5" creationId="{383DCE1F-D77C-0676-3D6B-1622D0282237}"/>
          </ac:spMkLst>
        </pc:spChg>
        <pc:spChg chg="mod">
          <ac:chgData name="Yussef mohamed Kamel Thabit" userId="S::yussef_thabit@rayacorp.com::345fcbbb-e931-4815-b0fe-d1ab2afb8134" providerId="AD" clId="Web-{EFC4F4B9-706E-512C-BC18-947C93B2242C}" dt="2026-06-29T09:52:49.992" v="41"/>
          <ac:spMkLst>
            <pc:docMk/>
            <pc:sldMk cId="1768509700" sldId="399"/>
            <ac:spMk id="13" creationId="{98185A0F-CC22-3BC6-BBCD-E2C78A06D952}"/>
          </ac:spMkLst>
        </pc:spChg>
      </pc:sldChg>
      <pc:sldChg chg="add">
        <pc:chgData name="Yussef mohamed Kamel Thabit" userId="S::yussef_thabit@rayacorp.com::345fcbbb-e931-4815-b0fe-d1ab2afb8134" providerId="AD" clId="Web-{EFC4F4B9-706E-512C-BC18-947C93B2242C}" dt="2026-06-29T09:52:09.459" v="36"/>
        <pc:sldMkLst>
          <pc:docMk/>
          <pc:sldMk cId="2558270160" sldId="400"/>
        </pc:sldMkLst>
      </pc:sldChg>
    </pc:docChg>
  </pc:docChgLst>
  <pc:docChgLst>
    <pc:chgData name="Amr Ayman Essawy Abd El Rhman" userId="S::amr_abdelrhman@rayacorp.com::4f343fd9-c01d-4909-828e-d785b0c440c9" providerId="AD" clId="Web-{F2908BC8-14AC-F354-971F-106EA43FE36C}"/>
    <pc:docChg chg="modSld">
      <pc:chgData name="Amr Ayman Essawy Abd El Rhman" userId="S::amr_abdelrhman@rayacorp.com::4f343fd9-c01d-4909-828e-d785b0c440c9" providerId="AD" clId="Web-{F2908BC8-14AC-F354-971F-106EA43FE36C}" dt="2026-07-06T19:54:16.437" v="10"/>
      <pc:docMkLst>
        <pc:docMk/>
      </pc:docMkLst>
    </pc:docChg>
  </pc:docChgLst>
  <pc:docChgLst>
    <pc:chgData name="Yussef mohamed Kamel Thabit" userId="S::yussef_thabit@rayacorp.com::345fcbbb-e931-4815-b0fe-d1ab2afb8134" providerId="AD" clId="Web-{7D5212A2-DF29-6BBF-2CC4-74C4A5A09EAA}"/>
    <pc:docChg chg="delSld">
      <pc:chgData name="Yussef mohamed Kamel Thabit" userId="S::yussef_thabit@rayacorp.com::345fcbbb-e931-4815-b0fe-d1ab2afb8134" providerId="AD" clId="Web-{7D5212A2-DF29-6BBF-2CC4-74C4A5A09EAA}" dt="2026-07-10T20:21:59.939" v="43"/>
      <pc:docMkLst>
        <pc:docMk/>
      </pc:docMkLst>
      <pc:sldChg chg="del">
        <pc:chgData name="Yussef mohamed Kamel Thabit" userId="S::yussef_thabit@rayacorp.com::345fcbbb-e931-4815-b0fe-d1ab2afb8134" providerId="AD" clId="Web-{7D5212A2-DF29-6BBF-2CC4-74C4A5A09EAA}" dt="2026-07-10T20:21:49.767" v="5"/>
        <pc:sldMkLst>
          <pc:docMk/>
          <pc:sldMk cId="0" sldId="256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39" v="43"/>
        <pc:sldMkLst>
          <pc:docMk/>
          <pc:sldMk cId="0" sldId="260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39" v="42"/>
        <pc:sldMkLst>
          <pc:docMk/>
          <pc:sldMk cId="0" sldId="261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39" v="41"/>
        <pc:sldMkLst>
          <pc:docMk/>
          <pc:sldMk cId="0" sldId="262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39" v="40"/>
        <pc:sldMkLst>
          <pc:docMk/>
          <pc:sldMk cId="0" sldId="263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39" v="39"/>
        <pc:sldMkLst>
          <pc:docMk/>
          <pc:sldMk cId="0" sldId="264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39" v="38"/>
        <pc:sldMkLst>
          <pc:docMk/>
          <pc:sldMk cId="0" sldId="265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7"/>
        <pc:sldMkLst>
          <pc:docMk/>
          <pc:sldMk cId="0" sldId="266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6"/>
        <pc:sldMkLst>
          <pc:docMk/>
          <pc:sldMk cId="0" sldId="267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5"/>
        <pc:sldMkLst>
          <pc:docMk/>
          <pc:sldMk cId="0" sldId="268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4"/>
        <pc:sldMkLst>
          <pc:docMk/>
          <pc:sldMk cId="0" sldId="269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3"/>
        <pc:sldMkLst>
          <pc:docMk/>
          <pc:sldMk cId="0" sldId="270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2"/>
        <pc:sldMkLst>
          <pc:docMk/>
          <pc:sldMk cId="0" sldId="271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1"/>
        <pc:sldMkLst>
          <pc:docMk/>
          <pc:sldMk cId="0" sldId="272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30"/>
        <pc:sldMkLst>
          <pc:docMk/>
          <pc:sldMk cId="0" sldId="273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29"/>
        <pc:sldMkLst>
          <pc:docMk/>
          <pc:sldMk cId="0" sldId="274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23" v="28"/>
        <pc:sldMkLst>
          <pc:docMk/>
          <pc:sldMk cId="0" sldId="275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7"/>
        <pc:sldMkLst>
          <pc:docMk/>
          <pc:sldMk cId="0" sldId="276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6"/>
        <pc:sldMkLst>
          <pc:docMk/>
          <pc:sldMk cId="0" sldId="277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5"/>
        <pc:sldMkLst>
          <pc:docMk/>
          <pc:sldMk cId="0" sldId="278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4"/>
        <pc:sldMkLst>
          <pc:docMk/>
          <pc:sldMk cId="0" sldId="279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3"/>
        <pc:sldMkLst>
          <pc:docMk/>
          <pc:sldMk cId="0" sldId="280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2"/>
        <pc:sldMkLst>
          <pc:docMk/>
          <pc:sldMk cId="0" sldId="281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1"/>
        <pc:sldMkLst>
          <pc:docMk/>
          <pc:sldMk cId="0" sldId="282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20"/>
        <pc:sldMkLst>
          <pc:docMk/>
          <pc:sldMk cId="0" sldId="283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19"/>
        <pc:sldMkLst>
          <pc:docMk/>
          <pc:sldMk cId="0" sldId="284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18"/>
        <pc:sldMkLst>
          <pc:docMk/>
          <pc:sldMk cId="0" sldId="285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908" v="17"/>
        <pc:sldMkLst>
          <pc:docMk/>
          <pc:sldMk cId="0" sldId="286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6"/>
        <pc:sldMkLst>
          <pc:docMk/>
          <pc:sldMk cId="0" sldId="287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5"/>
        <pc:sldMkLst>
          <pc:docMk/>
          <pc:sldMk cId="0" sldId="288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4"/>
        <pc:sldMkLst>
          <pc:docMk/>
          <pc:sldMk cId="0" sldId="289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3"/>
        <pc:sldMkLst>
          <pc:docMk/>
          <pc:sldMk cId="0" sldId="290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2"/>
        <pc:sldMkLst>
          <pc:docMk/>
          <pc:sldMk cId="0" sldId="291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1"/>
        <pc:sldMkLst>
          <pc:docMk/>
          <pc:sldMk cId="0" sldId="292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10"/>
        <pc:sldMkLst>
          <pc:docMk/>
          <pc:sldMk cId="0" sldId="293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9"/>
        <pc:sldMkLst>
          <pc:docMk/>
          <pc:sldMk cId="0" sldId="294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76" v="6"/>
        <pc:sldMkLst>
          <pc:docMk/>
          <pc:sldMk cId="0" sldId="295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49.767" v="4"/>
        <pc:sldMkLst>
          <pc:docMk/>
          <pc:sldMk cId="1876101758" sldId="397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49.767" v="3"/>
        <pc:sldMkLst>
          <pc:docMk/>
          <pc:sldMk cId="3704577695" sldId="398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8"/>
        <pc:sldMkLst>
          <pc:docMk/>
          <pc:sldMk cId="1768509700" sldId="399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59.892" v="7"/>
        <pc:sldMkLst>
          <pc:docMk/>
          <pc:sldMk cId="2558270160" sldId="400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49.767" v="2"/>
        <pc:sldMkLst>
          <pc:docMk/>
          <pc:sldMk cId="4031982186" sldId="401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49.767" v="1"/>
        <pc:sldMkLst>
          <pc:docMk/>
          <pc:sldMk cId="3084340026" sldId="402"/>
        </pc:sldMkLst>
      </pc:sldChg>
      <pc:sldChg chg="del">
        <pc:chgData name="Yussef mohamed Kamel Thabit" userId="S::yussef_thabit@rayacorp.com::345fcbbb-e931-4815-b0fe-d1ab2afb8134" providerId="AD" clId="Web-{7D5212A2-DF29-6BBF-2CC4-74C4A5A09EAA}" dt="2026-07-10T20:21:49.767" v="0"/>
        <pc:sldMkLst>
          <pc:docMk/>
          <pc:sldMk cId="0" sldId="403"/>
        </pc:sldMkLst>
      </pc:sldChg>
    </pc:docChg>
  </pc:docChgLst>
  <pc:docChgLst>
    <pc:chgData name="Yussef mohamed Kamel Thabit" userId="S::yussef_thabit@rayacorp.com::345fcbbb-e931-4815-b0fe-d1ab2afb8134" providerId="AD" clId="Web-{274F0FA0-FA4E-276D-5EF8-F0FE7D9D6098}"/>
    <pc:docChg chg="addSld delSld modSld sldOrd">
      <pc:chgData name="Yussef mohamed Kamel Thabit" userId="S::yussef_thabit@rayacorp.com::345fcbbb-e931-4815-b0fe-d1ab2afb8134" providerId="AD" clId="Web-{274F0FA0-FA4E-276D-5EF8-F0FE7D9D6098}" dt="2026-06-29T09:48:19.173" v="17"/>
      <pc:docMkLst>
        <pc:docMk/>
      </pc:docMkLst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58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126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8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58"/>
            <ac:picMk id="119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58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59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9"/>
            <ac:spMk id="13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9"/>
            <ac:spMk id="13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59"/>
            <ac:spMk id="135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59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0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0"/>
            <ac:spMk id="14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0"/>
            <ac:spMk id="14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0"/>
            <ac:spMk id="14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0"/>
            <ac:spMk id="14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0"/>
            <ac:spMk id="150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0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0"/>
            <ac:picMk id="146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0"/>
            <ac:picMk id="147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0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1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1"/>
            <ac:spMk id="15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1"/>
            <ac:spMk id="157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1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2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2"/>
            <ac:spMk id="16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2"/>
            <ac:spMk id="16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2"/>
            <ac:spMk id="16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2"/>
            <ac:spMk id="168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2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2"/>
            <ac:picMk id="163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2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3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7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7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8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8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8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8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8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187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3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4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19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19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20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20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20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20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20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206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4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4"/>
            <ac:picMk id="193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5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1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1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1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2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2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2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2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22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5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5"/>
            <ac:picMk id="218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6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6"/>
            <ac:spMk id="23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6"/>
            <ac:spMk id="23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6"/>
            <ac:spMk id="23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6"/>
            <ac:spMk id="23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6"/>
            <ac:spMk id="239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6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6"/>
            <ac:picMk id="231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6"/>
            <ac:picMk id="232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6"/>
            <ac:picMk id="237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6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7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4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4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4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5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5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5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5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5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261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7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8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6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6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7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7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7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7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8"/>
            <ac:spMk id="275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8"/>
            <ac:picMk id="272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8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69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9"/>
            <ac:spMk id="28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9"/>
            <ac:spMk id="28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9"/>
            <ac:spMk id="28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9"/>
            <ac:spMk id="28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9"/>
            <ac:spMk id="28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69"/>
            <ac:spMk id="9002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69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0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29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29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29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29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29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300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0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0"/>
            <ac:picMk id="295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0"/>
            <ac:picMk id="296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0"/>
            <ac:picMk id="297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1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1"/>
            <ac:spMk id="30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1"/>
            <ac:spMk id="30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1"/>
            <ac:spMk id="31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1"/>
            <ac:spMk id="31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1"/>
            <ac:spMk id="31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1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1"/>
            <ac:picMk id="306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1"/>
            <ac:picMk id="313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1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2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2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2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2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2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3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3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3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334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2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2"/>
            <ac:picMk id="322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3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34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34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34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34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34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347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3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3"/>
            <ac:picMk id="340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3"/>
            <ac:picMk id="341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3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4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4"/>
            <ac:spMk id="35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4"/>
            <ac:spMk id="35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4"/>
            <ac:spMk id="356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4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4"/>
            <ac:picMk id="353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4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5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5"/>
            <ac:spMk id="36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5"/>
            <ac:spMk id="363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5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6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6"/>
            <ac:spMk id="37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6"/>
            <ac:spMk id="37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6"/>
            <ac:spMk id="37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6"/>
            <ac:spMk id="37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6"/>
            <ac:spMk id="37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6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6"/>
            <ac:picMk id="369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6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7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8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8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8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8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9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9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9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9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39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7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8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8"/>
            <ac:spMk id="40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8"/>
            <ac:spMk id="40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8"/>
            <ac:spMk id="40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8"/>
            <ac:spMk id="40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8"/>
            <ac:spMk id="40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8"/>
            <ac:spMk id="407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8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79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41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41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41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41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41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420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79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9"/>
            <ac:picMk id="413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79"/>
            <ac:picMk id="414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0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42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42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43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43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43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433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0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0"/>
            <ac:picMk id="426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0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1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4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4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4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4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4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5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5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5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453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1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8:19.173" v="17"/>
        <pc:sldMkLst>
          <pc:docMk/>
          <pc:sldMk cId="0" sldId="282"/>
        </pc:sldMkLst>
        <pc:spChg chg="mod">
          <ac:chgData name="Yussef mohamed Kamel Thabit" userId="S::yussef_thabit@rayacorp.com::345fcbbb-e931-4815-b0fe-d1ab2afb8134" providerId="AD" clId="Web-{274F0FA0-FA4E-276D-5EF8-F0FE7D9D6098}" dt="2026-06-29T09:48:19.173" v="17"/>
          <ac:spMkLst>
            <pc:docMk/>
            <pc:sldMk cId="0" sldId="282"/>
            <ac:spMk id="45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2"/>
            <ac:spMk id="46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2"/>
            <ac:spMk id="46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2"/>
            <ac:spMk id="46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2"/>
            <ac:spMk id="463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2"/>
            <ac:spMk id="9002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2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3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3"/>
            <ac:spMk id="46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3"/>
            <ac:spMk id="47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3"/>
            <ac:spMk id="47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3"/>
            <ac:spMk id="47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3"/>
            <ac:spMk id="476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3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3"/>
            <ac:picMk id="472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3"/>
            <ac:picMk id="473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3"/>
            <ac:picMk id="474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4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4"/>
            <ac:spMk id="48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4"/>
            <ac:spMk id="48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4"/>
            <ac:spMk id="48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4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4"/>
            <ac:picMk id="482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4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5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49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49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49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49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49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49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50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501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5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5"/>
            <ac:picMk id="492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6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6"/>
            <ac:spMk id="50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6"/>
            <ac:spMk id="508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6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7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7"/>
            <ac:spMk id="51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7"/>
            <ac:spMk id="51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7"/>
            <ac:spMk id="51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7"/>
            <ac:spMk id="519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7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7"/>
            <ac:picMk id="514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7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8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8"/>
            <ac:spMk id="52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8"/>
            <ac:spMk id="52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8"/>
            <ac:spMk id="527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88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89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3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3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3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4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4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4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4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4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548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89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90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55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55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55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55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56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561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0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0"/>
            <ac:picMk id="554" creationId="{00000000-0000-0000-0000-000000000000}"/>
          </ac:picMkLst>
        </pc:pic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0"/>
            <ac:picMk id="555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0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91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67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6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7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7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7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7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7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8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581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1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92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8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90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9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9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9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9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595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2"/>
            <ac:spMk id="9002" creationId="{00000000-0000-0000-0000-000000000000}"/>
          </ac:spMkLst>
        </pc:spChg>
        <pc:picChg chg="mo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2"/>
            <ac:picMk id="587" creationId="{00000000-0000-0000-0000-000000000000}"/>
          </ac:picMkLst>
        </pc:pic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2"/>
            <ac:picMk id="9001" creationId="{00000000-0000-0000-0000-000000000000}"/>
          </ac:picMkLst>
        </pc:picChg>
      </pc:sldChg>
      <pc:sldChg chg="addSp delSp modSp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93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3"/>
            <ac:spMk id="60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3"/>
            <ac:spMk id="602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3"/>
            <ac:spMk id="60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3"/>
            <ac:spMk id="604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3"/>
            <ac:spMk id="9002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3"/>
            <ac:picMk id="9001" creationId="{00000000-0000-0000-0000-000000000000}"/>
          </ac:picMkLst>
        </pc:pic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94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1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1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18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19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21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2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2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2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627" creationId="{00000000-0000-0000-0000-000000000000}"/>
          </ac:spMkLst>
        </pc:spChg>
        <pc:spChg chg="ad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4"/>
            <ac:spMk id="9002" creationId="{00000000-0000-0000-0000-000000000000}"/>
          </ac:spMkLst>
        </pc:spChg>
      </pc:sldChg>
      <pc:sldChg chg="addSp delSp modSp mod setBg">
        <pc:chgData name="Yussef mohamed Kamel Thabit" userId="S::yussef_thabit@rayacorp.com::345fcbbb-e931-4815-b0fe-d1ab2afb8134" providerId="AD" clId="Web-{274F0FA0-FA4E-276D-5EF8-F0FE7D9D6098}" dt="2026-06-29T09:47:49.703" v="11"/>
        <pc:sldMkLst>
          <pc:docMk/>
          <pc:sldMk cId="0" sldId="295"/>
        </pc:sldMkLst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5"/>
            <ac:spMk id="633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5"/>
            <ac:spMk id="634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5"/>
            <ac:spMk id="635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5"/>
            <ac:spMk id="636" creationId="{00000000-0000-0000-0000-000000000000}"/>
          </ac:spMkLst>
        </pc:spChg>
        <pc:spChg chg="mod">
          <ac:chgData name="Yussef mohamed Kamel Thabit" userId="S::yussef_thabit@rayacorp.com::345fcbbb-e931-4815-b0fe-d1ab2afb8134" providerId="AD" clId="Web-{274F0FA0-FA4E-276D-5EF8-F0FE7D9D6098}" dt="2026-06-29T09:47:49.703" v="11"/>
          <ac:spMkLst>
            <pc:docMk/>
            <pc:sldMk cId="0" sldId="295"/>
            <ac:spMk id="637" creationId="{00000000-0000-0000-0000-000000000000}"/>
          </ac:spMkLst>
        </pc:spChg>
        <pc:picChg chg="add">
          <ac:chgData name="Yussef mohamed Kamel Thabit" userId="S::yussef_thabit@rayacorp.com::345fcbbb-e931-4815-b0fe-d1ab2afb8134" providerId="AD" clId="Web-{274F0FA0-FA4E-276D-5EF8-F0FE7D9D6098}" dt="2026-06-29T09:47:49.703" v="11"/>
          <ac:picMkLst>
            <pc:docMk/>
            <pc:sldMk cId="0" sldId="295"/>
            <ac:picMk id="9001" creationId="{00000000-0000-0000-0000-000000000000}"/>
          </ac:picMkLst>
        </pc:picChg>
      </pc:sldChg>
    </pc:docChg>
  </pc:docChgLst>
  <pc:docChgLst>
    <pc:chgData name="Amr Ayman Essawy Abd El Rhman" userId="S::amr_abdelrhman@rayacorp.com::4f343fd9-c01d-4909-828e-d785b0c440c9" providerId="AD" clId="Web-{411051E1-CBB2-6DBE-767F-E07C82B8E949}"/>
    <pc:docChg chg="addSld delSld modSld">
      <pc:chgData name="Amr Ayman Essawy Abd El Rhman" userId="S::amr_abdelrhman@rayacorp.com::4f343fd9-c01d-4909-828e-d785b0c440c9" providerId="AD" clId="Web-{411051E1-CBB2-6DBE-767F-E07C82B8E949}" dt="2026-07-15T01:43:18.560" v="3"/>
      <pc:docMkLst>
        <pc:docMk/>
      </pc:docMkLst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57"/>
        </pc:sldMkLst>
      </pc:sldChg>
      <pc:sldChg chg="addSp delSp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58"/>
        </pc:sldMkLst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121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123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124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125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126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2103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2106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2109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2110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8"/>
            <ac:spMk id="9002" creationId="{00000000-0000-0000-0000-000000000000}"/>
          </ac:spMkLst>
        </pc:spChg>
      </pc:sldChg>
      <pc:sldChg chg="addSp delSp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59"/>
        </pc:sldMkLst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132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133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02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03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04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06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07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10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15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411051E1-CBB2-6DBE-767F-E07C82B8E949}" dt="2026-07-15T01:34:27.678" v="0"/>
          <ac:spMkLst>
            <pc:docMk/>
            <pc:sldMk cId="0" sldId="259"/>
            <ac:spMk id="3118" creationId="{00000000-0000-0000-0000-000000000000}"/>
          </ac:spMkLst>
        </pc:spChg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0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1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2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3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4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5"/>
        </pc:sldMkLst>
      </pc:sldChg>
      <pc:sldChg chg="add del">
        <pc:chgData name="Amr Ayman Essawy Abd El Rhman" userId="S::amr_abdelrhman@rayacorp.com::4f343fd9-c01d-4909-828e-d785b0c440c9" providerId="AD" clId="Web-{411051E1-CBB2-6DBE-767F-E07C82B8E949}" dt="2026-07-15T01:42:42.449" v="1"/>
        <pc:sldMkLst>
          <pc:docMk/>
          <pc:sldMk cId="0" sldId="266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7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68"/>
        </pc:sldMkLst>
      </pc:sldChg>
      <pc:sldChg chg="add del">
        <pc:chgData name="Amr Ayman Essawy Abd El Rhman" userId="S::amr_abdelrhman@rayacorp.com::4f343fd9-c01d-4909-828e-d785b0c440c9" providerId="AD" clId="Web-{411051E1-CBB2-6DBE-767F-E07C82B8E949}" dt="2026-07-15T01:43:11.700" v="2"/>
        <pc:sldMkLst>
          <pc:docMk/>
          <pc:sldMk cId="0" sldId="269"/>
        </pc:sldMkLst>
      </pc:sldChg>
      <pc:sldChg chg="add del">
        <pc:chgData name="Amr Ayman Essawy Abd El Rhman" userId="S::amr_abdelrhman@rayacorp.com::4f343fd9-c01d-4909-828e-d785b0c440c9" providerId="AD" clId="Web-{411051E1-CBB2-6DBE-767F-E07C82B8E949}" dt="2026-07-15T01:43:18.560" v="3"/>
        <pc:sldMkLst>
          <pc:docMk/>
          <pc:sldMk cId="0" sldId="270"/>
        </pc:sldMkLst>
      </pc:sldChg>
      <pc:sldChg chg="add">
        <pc:chgData name="Amr Ayman Essawy Abd El Rhman" userId="S::amr_abdelrhman@rayacorp.com::4f343fd9-c01d-4909-828e-d785b0c440c9" providerId="AD" clId="Web-{411051E1-CBB2-6DBE-767F-E07C82B8E949}" dt="2026-07-15T01:34:27.678" v="0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s110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pic>
        <p:nvPicPr>
          <p:cNvPr id="1102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1103" name="s1103"/>
          <p:cNvSpPr/>
          <p:nvPr/>
        </p:nvSpPr>
        <p:spPr>
          <a:xfrm>
            <a:off x="760000" y="190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04" name="t1104"/>
          <p:cNvSpPr txBox="1"/>
          <p:nvPr/>
        </p:nvSpPr>
        <p:spPr>
          <a:xfrm>
            <a:off x="760000" y="199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4472C4"/>
                </a:solidFill>
                <a:latin typeface="Urbanist SemiBold"/>
                <a:cs typeface="Urbanist SemiBold"/>
              </a:rPr>
              <a:t>FINAL CAPSTONE PROJECT</a:t>
            </a:r>
          </a:p>
        </p:txBody>
      </p:sp>
      <p:sp>
        <p:nvSpPr>
          <p:cNvPr id="1105" name="t1105"/>
          <p:cNvSpPr txBox="1"/>
          <p:nvPr/>
        </p:nvSpPr>
        <p:spPr>
          <a:xfrm>
            <a:off x="750000" y="2350000"/>
            <a:ext cx="106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200" b="0" i="0">
                <a:solidFill>
                  <a:srgbClr val="1F3864"/>
                </a:solidFill>
                <a:latin typeface="Urbanist SemiBold"/>
                <a:cs typeface="Urbanist SemiBold"/>
              </a:rPr>
              <a:t>RPA Challenge</a:t>
            </a:r>
          </a:p>
        </p:txBody>
      </p:sp>
      <p:sp>
        <p:nvSpPr>
          <p:cNvPr id="1106" name="t1106"/>
          <p:cNvSpPr txBox="1"/>
          <p:nvPr/>
        </p:nvSpPr>
        <p:spPr>
          <a:xfrm>
            <a:off x="760000" y="375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700" b="0" i="0">
                <a:solidFill>
                  <a:srgbClr val="475569"/>
                </a:solidFill>
                <a:latin typeface="Urbanist Medium"/>
                <a:cs typeface="Urbanist Medium"/>
              </a:rPr>
              <a:t>Automating the RPA Challenge end-to-end with UiPath</a:t>
            </a:r>
          </a:p>
        </p:txBody>
      </p:sp>
      <p:sp>
        <p:nvSpPr>
          <p:cNvPr id="1107" name="s1107"/>
          <p:cNvSpPr/>
          <p:nvPr/>
        </p:nvSpPr>
        <p:spPr>
          <a:xfrm>
            <a:off x="7900000" y="2500000"/>
            <a:ext cx="3500000" cy="2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08" name="s1108"/>
          <p:cNvSpPr/>
          <p:nvPr/>
        </p:nvSpPr>
        <p:spPr>
          <a:xfrm>
            <a:off x="7900000" y="2500000"/>
            <a:ext cx="3500000" cy="430000"/>
          </a:xfrm>
          <a:prstGeom prst="round2Same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09" name="s1109"/>
          <p:cNvSpPr/>
          <p:nvPr/>
        </p:nvSpPr>
        <p:spPr>
          <a:xfrm>
            <a:off x="8050000" y="2640000"/>
            <a:ext cx="150000" cy="15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10" name="s1110"/>
          <p:cNvSpPr/>
          <p:nvPr/>
        </p:nvSpPr>
        <p:spPr>
          <a:xfrm>
            <a:off x="8280000" y="2640000"/>
            <a:ext cx="150000" cy="15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11" name="s1111"/>
          <p:cNvSpPr/>
          <p:nvPr/>
        </p:nvSpPr>
        <p:spPr>
          <a:xfrm>
            <a:off x="8510000" y="2640000"/>
            <a:ext cx="150000" cy="15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12" name="s1112"/>
          <p:cNvSpPr/>
          <p:nvPr/>
        </p:nvSpPr>
        <p:spPr>
          <a:xfrm>
            <a:off x="8700000" y="2620000"/>
            <a:ext cx="2550000" cy="19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13" name="t1113"/>
          <p:cNvSpPr txBox="1"/>
          <p:nvPr/>
        </p:nvSpPr>
        <p:spPr>
          <a:xfrm>
            <a:off x="8100000" y="3060000"/>
            <a:ext cx="31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475569"/>
                </a:solidFill>
                <a:latin typeface="Consolas"/>
                <a:cs typeface="Consolas"/>
              </a:rPr>
              <a:t>rpachallenge.com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4472C4"/>
                </a:solidFill>
                <a:latin typeface="Urbanist Medium"/>
                <a:cs typeface="Urbanist Medium"/>
              </a:rPr>
              <a:t>Automated form submission</a:t>
            </a:r>
          </a:p>
        </p:txBody>
      </p:sp>
      <p:sp>
        <p:nvSpPr>
          <p:cNvPr id="1114" name="s1114"/>
          <p:cNvSpPr/>
          <p:nvPr/>
        </p:nvSpPr>
        <p:spPr>
          <a:xfrm>
            <a:off x="760000" y="5450000"/>
            <a:ext cx="2050000" cy="520000"/>
          </a:xfrm>
          <a:prstGeom prst="roundRect">
            <a:avLst/>
          </a:prstGeom>
          <a:solidFill>
            <a:srgbClr val="EAF1FB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UI Automation</a:t>
            </a:r>
          </a:p>
        </p:txBody>
      </p:sp>
      <p:sp>
        <p:nvSpPr>
          <p:cNvPr id="1115" name="s1115"/>
          <p:cNvSpPr/>
          <p:nvPr/>
        </p:nvSpPr>
        <p:spPr>
          <a:xfrm>
            <a:off x="2990000" y="5450000"/>
            <a:ext cx="1250000" cy="520000"/>
          </a:xfrm>
          <a:prstGeom prst="roundRect">
            <a:avLst/>
          </a:prstGeom>
          <a:solidFill>
            <a:srgbClr val="EAF1FB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Excel</a:t>
            </a:r>
          </a:p>
        </p:txBody>
      </p:sp>
      <p:sp>
        <p:nvSpPr>
          <p:cNvPr id="1116" name="s1116"/>
          <p:cNvSpPr/>
          <p:nvPr/>
        </p:nvSpPr>
        <p:spPr>
          <a:xfrm>
            <a:off x="4420000" y="5450000"/>
            <a:ext cx="2750000" cy="520000"/>
          </a:xfrm>
          <a:prstGeom prst="roundRect">
            <a:avLst/>
          </a:prstGeom>
          <a:solidFill>
            <a:srgbClr val="EAF1FB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Email Automation</a:t>
            </a:r>
          </a:p>
        </p:txBody>
      </p:sp>
      <p:sp>
        <p:nvSpPr>
          <p:cNvPr id="1117" name="s1117"/>
          <p:cNvSpPr/>
          <p:nvPr/>
        </p:nvSpPr>
        <p:spPr>
          <a:xfrm>
            <a:off x="7350000" y="5450000"/>
            <a:ext cx="1750000" cy="520000"/>
          </a:xfrm>
          <a:prstGeom prst="roundRect">
            <a:avLst/>
          </a:prstGeom>
          <a:solidFill>
            <a:srgbClr val="EAF1FB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Variables</a:t>
            </a:r>
          </a:p>
        </p:txBody>
      </p:sp>
      <p:sp>
        <p:nvSpPr>
          <p:cNvPr id="1118" name="s1118"/>
          <p:cNvSpPr/>
          <p:nvPr/>
        </p:nvSpPr>
        <p:spPr>
          <a:xfrm>
            <a:off x="9280000" y="5450000"/>
            <a:ext cx="1900000" cy="520000"/>
          </a:xfrm>
          <a:prstGeom prst="roundRect">
            <a:avLst/>
          </a:prstGeom>
          <a:solidFill>
            <a:srgbClr val="EAF1FB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Arguments</a:t>
            </a:r>
          </a:p>
        </p:txBody>
      </p:sp>
      <p:sp>
        <p:nvSpPr>
          <p:cNvPr id="1119" name="s1119"/>
          <p:cNvSpPr/>
          <p:nvPr/>
        </p:nvSpPr>
        <p:spPr>
          <a:xfrm>
            <a:off x="760000" y="6090000"/>
            <a:ext cx="2900000" cy="520000"/>
          </a:xfrm>
          <a:prstGeom prst="roundRect">
            <a:avLst/>
          </a:prstGeom>
          <a:solidFill>
            <a:srgbClr val="EAF1FB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Exception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s2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2102" name="t2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Business Scenario</a:t>
            </a:r>
          </a:p>
        </p:txBody>
      </p:sp>
      <p:sp>
        <p:nvSpPr>
          <p:cNvPr id="2103" name="s2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2104" name="t2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How the automation serves the HR reporting process</a:t>
            </a:r>
          </a:p>
        </p:txBody>
      </p:sp>
      <p:pic>
        <p:nvPicPr>
          <p:cNvPr id="2105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2106" name="s2106"/>
          <p:cNvSpPr/>
          <p:nvPr/>
        </p:nvSpPr>
        <p:spPr>
          <a:xfrm>
            <a:off x="571500" y="1800000"/>
            <a:ext cx="1680000" cy="90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1F3864"/>
                </a:solidFill>
                <a:latin typeface="Urbanist Medium"/>
                <a:cs typeface="Urbanist Medium"/>
              </a:rPr>
              <a:t>HR Department</a:t>
            </a:r>
          </a:p>
        </p:txBody>
      </p:sp>
      <p:sp>
        <p:nvSpPr>
          <p:cNvPr id="2107" name="s2107"/>
          <p:cNvSpPr/>
          <p:nvPr/>
        </p:nvSpPr>
        <p:spPr>
          <a:xfrm>
            <a:off x="2445300" y="1800000"/>
            <a:ext cx="1680000" cy="90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1F3864"/>
                </a:solidFill>
                <a:latin typeface="Urbanist Medium"/>
                <a:cs typeface="Urbanist Medium"/>
              </a:rPr>
              <a:t>Employee Excel</a:t>
            </a:r>
          </a:p>
        </p:txBody>
      </p:sp>
      <p:sp>
        <p:nvSpPr>
          <p:cNvPr id="2108" name="s2108"/>
          <p:cNvSpPr/>
          <p:nvPr/>
        </p:nvSpPr>
        <p:spPr>
          <a:xfrm>
            <a:off x="4319100" y="1800000"/>
            <a:ext cx="1680000" cy="90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1F3864"/>
                </a:solidFill>
                <a:latin typeface="Urbanist Medium"/>
                <a:cs typeface="Urbanist Medium"/>
              </a:rPr>
              <a:t>UiPath Robot</a:t>
            </a:r>
          </a:p>
        </p:txBody>
      </p:sp>
      <p:sp>
        <p:nvSpPr>
          <p:cNvPr id="2109" name="s2109"/>
          <p:cNvSpPr/>
          <p:nvPr/>
        </p:nvSpPr>
        <p:spPr>
          <a:xfrm>
            <a:off x="6192900" y="1800000"/>
            <a:ext cx="1680000" cy="90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1F3864"/>
                </a:solidFill>
                <a:latin typeface="Urbanist Medium"/>
                <a:cs typeface="Urbanist Medium"/>
              </a:rPr>
              <a:t>RPA Challenge Website</a:t>
            </a:r>
          </a:p>
        </p:txBody>
      </p:sp>
      <p:sp>
        <p:nvSpPr>
          <p:cNvPr id="2110" name="s2110"/>
          <p:cNvSpPr/>
          <p:nvPr/>
        </p:nvSpPr>
        <p:spPr>
          <a:xfrm>
            <a:off x="8066700" y="1800000"/>
            <a:ext cx="1680000" cy="90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1F3864"/>
                </a:solidFill>
                <a:latin typeface="Urbanist Medium"/>
                <a:cs typeface="Urbanist Medium"/>
              </a:rPr>
              <a:t>Result Screenshot</a:t>
            </a:r>
          </a:p>
        </p:txBody>
      </p:sp>
      <p:sp>
        <p:nvSpPr>
          <p:cNvPr id="2111" name="s2111"/>
          <p:cNvSpPr/>
          <p:nvPr/>
        </p:nvSpPr>
        <p:spPr>
          <a:xfrm>
            <a:off x="9940500" y="1800000"/>
            <a:ext cx="1680000" cy="90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i="0">
                <a:solidFill>
                  <a:srgbClr val="FFFFFF"/>
                </a:solidFill>
                <a:latin typeface="Urbanist Medium"/>
                <a:cs typeface="Urbanist Medium"/>
              </a:rPr>
              <a:t>Email Report</a:t>
            </a:r>
          </a:p>
        </p:txBody>
      </p:sp>
      <p:cxnSp>
        <p:nvCxnSpPr>
          <p:cNvPr id="2112" name="c2112"/>
          <p:cNvCxnSpPr/>
          <p:nvPr/>
        </p:nvCxnSpPr>
        <p:spPr>
          <a:xfrm>
            <a:off x="2251500" y="2250000"/>
            <a:ext cx="193800" cy="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cxnSp>
        <p:nvCxnSpPr>
          <p:cNvPr id="2113" name="c2113"/>
          <p:cNvCxnSpPr/>
          <p:nvPr/>
        </p:nvCxnSpPr>
        <p:spPr>
          <a:xfrm>
            <a:off x="4125300" y="2250000"/>
            <a:ext cx="193800" cy="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cxnSp>
        <p:nvCxnSpPr>
          <p:cNvPr id="2114" name="c2114"/>
          <p:cNvCxnSpPr/>
          <p:nvPr/>
        </p:nvCxnSpPr>
        <p:spPr>
          <a:xfrm>
            <a:off x="5999100" y="2250000"/>
            <a:ext cx="193800" cy="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cxnSp>
        <p:nvCxnSpPr>
          <p:cNvPr id="2115" name="c2115"/>
          <p:cNvCxnSpPr/>
          <p:nvPr/>
        </p:nvCxnSpPr>
        <p:spPr>
          <a:xfrm>
            <a:off x="7872900" y="2250000"/>
            <a:ext cx="193800" cy="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cxnSp>
        <p:nvCxnSpPr>
          <p:cNvPr id="2116" name="c2116"/>
          <p:cNvCxnSpPr/>
          <p:nvPr/>
        </p:nvCxnSpPr>
        <p:spPr>
          <a:xfrm>
            <a:off x="9746700" y="2250000"/>
            <a:ext cx="193800" cy="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2117" name="s2117"/>
          <p:cNvSpPr/>
          <p:nvPr/>
        </p:nvSpPr>
        <p:spPr>
          <a:xfrm>
            <a:off x="571500" y="3250000"/>
            <a:ext cx="11049000" cy="205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2118" name="t2118"/>
          <p:cNvSpPr txBox="1"/>
          <p:nvPr/>
        </p:nvSpPr>
        <p:spPr>
          <a:xfrm>
            <a:off x="821500" y="3480000"/>
            <a:ext cx="10549000" cy="16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228600" indent="-228600" algn="l">
              <a:lnSpc>
                <a:spcPct val="110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50" b="0" i="0">
                <a:solidFill>
                  <a:srgbClr val="475569"/>
                </a:solidFill>
                <a:latin typeface="Urbanist"/>
                <a:cs typeface="Urbanist"/>
              </a:rPr>
              <a:t>HR maintains an Excel file of employees and the challenge data the robot must submit.</a:t>
            </a:r>
          </a:p>
          <a:p>
            <a:pPr marL="228600" indent="-228600" algn="l">
              <a:lnSpc>
                <a:spcPct val="110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50" b="0" i="0">
                <a:solidFill>
                  <a:srgbClr val="475569"/>
                </a:solidFill>
                <a:latin typeface="Urbanist"/>
                <a:cs typeface="Urbanist"/>
              </a:rPr>
              <a:t>The UiPath robot reads the data, opens the RPA Challenge website and fills the dynamic form automatically.</a:t>
            </a:r>
          </a:p>
          <a:p>
            <a:pPr marL="228600" indent="-228600" algn="l">
              <a:lnSpc>
                <a:spcPct val="110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50" b="0" i="0">
                <a:solidFill>
                  <a:srgbClr val="475569"/>
                </a:solidFill>
                <a:latin typeface="Urbanist"/>
                <a:cs typeface="Urbanist"/>
              </a:rPr>
              <a:t>On completion it captures the success screenshot as proof of execution.</a:t>
            </a:r>
          </a:p>
          <a:p>
            <a:pPr marL="228600" indent="-228600" algn="l">
              <a:lnSpc>
                <a:spcPct val="110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50" b="0" i="0">
                <a:solidFill>
                  <a:srgbClr val="475569"/>
                </a:solidFill>
                <a:latin typeface="Urbanist"/>
                <a:cs typeface="Urbanist"/>
              </a:rPr>
              <a:t>A formatted HTML report with the screenshot is emailed to the whole team, hands-free.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s3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3102" name="t3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Project Architecture</a:t>
            </a:r>
          </a:p>
        </p:txBody>
      </p:sp>
      <p:sp>
        <p:nvSpPr>
          <p:cNvPr id="3103" name="s3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3104" name="t3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A single orchestrator delegating to three specialised modules</a:t>
            </a:r>
          </a:p>
        </p:txBody>
      </p:sp>
      <p:pic>
        <p:nvPicPr>
          <p:cNvPr id="3105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3106" name="s3106"/>
          <p:cNvSpPr/>
          <p:nvPr/>
        </p:nvSpPr>
        <p:spPr>
          <a:xfrm>
            <a:off x="4596000" y="1650000"/>
            <a:ext cx="3000000" cy="72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1F3864"/>
                </a:solidFill>
                <a:latin typeface="Urbanist Medium"/>
                <a:cs typeface="Urbanist Medium"/>
              </a:rPr>
              <a:t>Excel Challenge Data</a:t>
            </a:r>
          </a:p>
        </p:txBody>
      </p:sp>
      <p:sp>
        <p:nvSpPr>
          <p:cNvPr id="3107" name="s3107"/>
          <p:cNvSpPr/>
          <p:nvPr/>
        </p:nvSpPr>
        <p:spPr>
          <a:xfrm>
            <a:off x="4796000" y="2700000"/>
            <a:ext cx="2600000" cy="76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700" b="0" i="0">
                <a:solidFill>
                  <a:srgbClr val="FFFFFF"/>
                </a:solidFill>
                <a:latin typeface="Urbanist SemiBold"/>
                <a:cs typeface="Urbanist SemiBold"/>
              </a:rPr>
              <a:t>Main.xaml</a:t>
            </a:r>
          </a:p>
        </p:txBody>
      </p:sp>
      <p:cxnSp>
        <p:nvCxnSpPr>
          <p:cNvPr id="3108" name="c3108"/>
          <p:cNvCxnSpPr/>
          <p:nvPr/>
        </p:nvCxnSpPr>
        <p:spPr>
          <a:xfrm>
            <a:off x="6096000" y="2370000"/>
            <a:ext cx="0" cy="33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3109" name="s3109"/>
          <p:cNvSpPr/>
          <p:nvPr/>
        </p:nvSpPr>
        <p:spPr>
          <a:xfrm>
            <a:off x="871500" y="4050000"/>
            <a:ext cx="2900000" cy="7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1F3864"/>
                </a:solidFill>
                <a:latin typeface="Urbanist SemiBold"/>
                <a:cs typeface="Urbanist SemiBold"/>
              </a:rPr>
              <a:t>Excel</a:t>
            </a:r>
          </a:p>
        </p:txBody>
      </p:sp>
      <p:sp>
        <p:nvSpPr>
          <p:cNvPr id="3110" name="t3110"/>
          <p:cNvSpPr txBox="1"/>
          <p:nvPr/>
        </p:nvSpPr>
        <p:spPr>
          <a:xfrm>
            <a:off x="871500" y="4850000"/>
            <a:ext cx="2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475569"/>
                </a:solidFill>
                <a:latin typeface="Urbanist"/>
                <a:cs typeface="Urbanist"/>
              </a:rPr>
              <a:t>Read &amp; write challenge data</a:t>
            </a:r>
          </a:p>
        </p:txBody>
      </p:sp>
      <p:cxnSp>
        <p:nvCxnSpPr>
          <p:cNvPr id="3111" name="c3111"/>
          <p:cNvCxnSpPr/>
          <p:nvPr/>
        </p:nvCxnSpPr>
        <p:spPr>
          <a:xfrm flipH="1">
            <a:off x="2321500" y="3460000"/>
            <a:ext cx="3774500" cy="59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3112" name="s3112"/>
          <p:cNvSpPr/>
          <p:nvPr/>
        </p:nvSpPr>
        <p:spPr>
          <a:xfrm>
            <a:off x="4646000" y="4050000"/>
            <a:ext cx="2900000" cy="7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1F3864"/>
                </a:solidFill>
                <a:latin typeface="Urbanist SemiBold"/>
                <a:cs typeface="Urbanist SemiBold"/>
              </a:rPr>
              <a:t>Browser</a:t>
            </a:r>
          </a:p>
        </p:txBody>
      </p:sp>
      <p:sp>
        <p:nvSpPr>
          <p:cNvPr id="3113" name="t3113"/>
          <p:cNvSpPr txBox="1"/>
          <p:nvPr/>
        </p:nvSpPr>
        <p:spPr>
          <a:xfrm>
            <a:off x="4646000" y="4850000"/>
            <a:ext cx="2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475569"/>
                </a:solidFill>
                <a:latin typeface="Urbanist"/>
                <a:cs typeface="Urbanist"/>
              </a:rPr>
              <a:t>Automate the web form</a:t>
            </a:r>
          </a:p>
        </p:txBody>
      </p:sp>
      <p:cxnSp>
        <p:nvCxnSpPr>
          <p:cNvPr id="3114" name="c3114"/>
          <p:cNvCxnSpPr/>
          <p:nvPr/>
        </p:nvCxnSpPr>
        <p:spPr>
          <a:xfrm>
            <a:off x="6096000" y="3460000"/>
            <a:ext cx="0" cy="59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3115" name="s3115"/>
          <p:cNvSpPr/>
          <p:nvPr/>
        </p:nvSpPr>
        <p:spPr>
          <a:xfrm>
            <a:off x="8420500" y="4050000"/>
            <a:ext cx="2900000" cy="7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1F3864"/>
                </a:solidFill>
                <a:latin typeface="Urbanist SemiBold"/>
                <a:cs typeface="Urbanist SemiBold"/>
              </a:rPr>
              <a:t>Email</a:t>
            </a:r>
          </a:p>
        </p:txBody>
      </p:sp>
      <p:sp>
        <p:nvSpPr>
          <p:cNvPr id="3116" name="t3116"/>
          <p:cNvSpPr txBox="1"/>
          <p:nvPr/>
        </p:nvSpPr>
        <p:spPr>
          <a:xfrm>
            <a:off x="8420500" y="4850000"/>
            <a:ext cx="2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475569"/>
                </a:solidFill>
                <a:latin typeface="Urbanist"/>
                <a:cs typeface="Urbanist"/>
              </a:rPr>
              <a:t>Send the HTML report</a:t>
            </a:r>
          </a:p>
        </p:txBody>
      </p:sp>
      <p:cxnSp>
        <p:nvCxnSpPr>
          <p:cNvPr id="3117" name="c3117"/>
          <p:cNvCxnSpPr/>
          <p:nvPr/>
        </p:nvCxnSpPr>
        <p:spPr>
          <a:xfrm>
            <a:off x="6096000" y="3460000"/>
            <a:ext cx="3774500" cy="59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3118" name="s3118"/>
          <p:cNvSpPr/>
          <p:nvPr/>
        </p:nvSpPr>
        <p:spPr>
          <a:xfrm>
            <a:off x="4796000" y="5450000"/>
            <a:ext cx="2600000" cy="720000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FFFFFF"/>
                </a:solidFill>
                <a:latin typeface="Urbanist SemiBold"/>
                <a:cs typeface="Urbanist SemiBold"/>
              </a:rPr>
              <a:t>Output</a:t>
            </a:r>
          </a:p>
        </p:txBody>
      </p:sp>
      <p:cxnSp>
        <p:nvCxnSpPr>
          <p:cNvPr id="3119" name="c3119"/>
          <p:cNvCxnSpPr/>
          <p:nvPr/>
        </p:nvCxnSpPr>
        <p:spPr>
          <a:xfrm>
            <a:off x="6096000" y="4810000"/>
            <a:ext cx="0" cy="64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s4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4102" name="t4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Project Folder Structure</a:t>
            </a:r>
          </a:p>
        </p:txBody>
      </p:sp>
      <p:sp>
        <p:nvSpPr>
          <p:cNvPr id="4103" name="s4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4104" name="t4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Organised like a clean Studio solution</a:t>
            </a:r>
          </a:p>
        </p:txBody>
      </p:sp>
      <p:pic>
        <p:nvPicPr>
          <p:cNvPr id="4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4106" name="s4106"/>
          <p:cNvSpPr/>
          <p:nvPr/>
        </p:nvSpPr>
        <p:spPr>
          <a:xfrm>
            <a:off x="571500" y="1550000"/>
            <a:ext cx="11049000" cy="49000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4107" name="s4107"/>
          <p:cNvSpPr/>
          <p:nvPr/>
        </p:nvSpPr>
        <p:spPr>
          <a:xfrm>
            <a:off x="571500" y="1550000"/>
            <a:ext cx="11049000" cy="470000"/>
          </a:xfrm>
          <a:prstGeom prst="round2Same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4108" name="t4108"/>
          <p:cNvSpPr txBox="1"/>
          <p:nvPr/>
        </p:nvSpPr>
        <p:spPr>
          <a:xfrm>
            <a:off x="801500" y="1620000"/>
            <a:ext cx="10649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>
                <a:solidFill>
                  <a:srgbClr val="FFFFFF"/>
                </a:solidFill>
                <a:latin typeface="Urbanist Medium"/>
                <a:cs typeface="Urbanist Medium"/>
              </a:rPr>
              <a:t>Solution Explorer  —  RPAChallenge</a:t>
            </a:r>
          </a:p>
        </p:txBody>
      </p:sp>
      <p:sp>
        <p:nvSpPr>
          <p:cNvPr id="4109" name="t4109"/>
          <p:cNvSpPr txBox="1"/>
          <p:nvPr/>
        </p:nvSpPr>
        <p:spPr>
          <a:xfrm>
            <a:off x="871500" y="2170000"/>
            <a:ext cx="10489000" cy="41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1F3864"/>
                </a:solidFill>
                <a:latin typeface="Urbanist SemiBold"/>
                <a:cs typeface="Urbanist SemiBold"/>
              </a:rPr>
              <a:t>📁 Project</a:t>
            </a:r>
          </a:p>
          <a:p>
            <a:pPr marL="4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📁 Data</a:t>
            </a:r>
          </a:p>
          <a:p>
            <a:pPr marL="8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75569"/>
                </a:solidFill>
                <a:latin typeface="Urbanist"/>
                <a:cs typeface="Urbanist"/>
              </a:rPr>
              <a:t>📁 Screenshots</a:t>
            </a:r>
          </a:p>
          <a:p>
            <a:pPr marL="4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📁 Email</a:t>
            </a:r>
          </a:p>
          <a:p>
            <a:pPr marL="8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75569"/>
                </a:solidFill>
                <a:latin typeface="Consolas"/>
                <a:cs typeface="Consolas"/>
              </a:rPr>
              <a:t>📄 Email_SendReportToAll.xaml</a:t>
            </a:r>
          </a:p>
          <a:p>
            <a:pPr marL="8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75569"/>
                </a:solidFill>
                <a:latin typeface="Consolas"/>
                <a:cs typeface="Consolas"/>
              </a:rPr>
              <a:t>📄 Email_SendResultReport.xaml</a:t>
            </a:r>
          </a:p>
          <a:p>
            <a:pPr marL="4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📁 Excel</a:t>
            </a:r>
          </a:p>
          <a:p>
            <a:pPr marL="8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75569"/>
                </a:solidFill>
                <a:latin typeface="Consolas"/>
                <a:cs typeface="Consolas"/>
              </a:rPr>
              <a:t>📄 Excel_ExtractChallengeData.xaml</a:t>
            </a:r>
          </a:p>
          <a:p>
            <a:pPr marL="8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75569"/>
                </a:solidFill>
                <a:latin typeface="Consolas"/>
                <a:cs typeface="Consolas"/>
              </a:rPr>
              <a:t>📄 Excel_ExtractEmailsData.xaml</a:t>
            </a:r>
          </a:p>
          <a:p>
            <a:pPr marL="4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📁 Output</a:t>
            </a:r>
          </a:p>
          <a:p>
            <a:pPr marL="8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75569"/>
                </a:solidFill>
                <a:latin typeface="Consolas"/>
                <a:cs typeface="Consolas"/>
              </a:rPr>
              <a:t>📄 Output_SaveScreenshot.xaml</a:t>
            </a:r>
          </a:p>
          <a:p>
            <a:pPr marL="4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2E4B8F"/>
                </a:solidFill>
                <a:latin typeface="Urbanist Medium"/>
                <a:cs typeface="Urbanist Medium"/>
              </a:rPr>
              <a:t>📁 RPAChallengeWeb  •  Launch → Start → Submit → Screenshot → Close</a:t>
            </a:r>
          </a:p>
          <a:p>
            <a:pPr marL="400000" indent="0"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250" b="0" i="0">
                <a:solidFill>
                  <a:srgbClr val="4472C4"/>
                </a:solidFill>
                <a:latin typeface="Urbanist SemiBold"/>
                <a:cs typeface="Urbanist SemiBold"/>
              </a:rPr>
              <a:t>📄 Main.xaml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1" name="s5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5102" name="t5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End-to-End Workflow</a:t>
            </a:r>
          </a:p>
        </p:txBody>
      </p:sp>
      <p:sp>
        <p:nvSpPr>
          <p:cNvPr id="5103" name="s5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5104" name="t5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The full execution path from data to delivered email</a:t>
            </a:r>
          </a:p>
        </p:txBody>
      </p:sp>
      <p:pic>
        <p:nvPicPr>
          <p:cNvPr id="5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5106" name="s5106"/>
          <p:cNvSpPr/>
          <p:nvPr/>
        </p:nvSpPr>
        <p:spPr>
          <a:xfrm>
            <a:off x="571500" y="162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Read Challenge Excel</a:t>
            </a:r>
          </a:p>
        </p:txBody>
      </p:sp>
      <p:sp>
        <p:nvSpPr>
          <p:cNvPr id="5107" name="s5107"/>
          <p:cNvSpPr/>
          <p:nvPr/>
        </p:nvSpPr>
        <p:spPr>
          <a:xfrm>
            <a:off x="3454500" y="162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Read Email List</a:t>
            </a:r>
          </a:p>
        </p:txBody>
      </p:sp>
      <p:sp>
        <p:nvSpPr>
          <p:cNvPr id="5108" name="s5108"/>
          <p:cNvSpPr/>
          <p:nvPr/>
        </p:nvSpPr>
        <p:spPr>
          <a:xfrm>
            <a:off x="6337500" y="162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Launch Browser</a:t>
            </a:r>
          </a:p>
        </p:txBody>
      </p:sp>
      <p:sp>
        <p:nvSpPr>
          <p:cNvPr id="5109" name="s5109"/>
          <p:cNvSpPr/>
          <p:nvPr/>
        </p:nvSpPr>
        <p:spPr>
          <a:xfrm>
            <a:off x="9220500" y="162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Open Challenge</a:t>
            </a:r>
          </a:p>
        </p:txBody>
      </p:sp>
      <p:sp>
        <p:nvSpPr>
          <p:cNvPr id="5110" name="s5110"/>
          <p:cNvSpPr/>
          <p:nvPr/>
        </p:nvSpPr>
        <p:spPr>
          <a:xfrm>
            <a:off x="9220500" y="278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Click Start</a:t>
            </a:r>
          </a:p>
        </p:txBody>
      </p:sp>
      <p:sp>
        <p:nvSpPr>
          <p:cNvPr id="5111" name="s5111"/>
          <p:cNvSpPr/>
          <p:nvPr/>
        </p:nvSpPr>
        <p:spPr>
          <a:xfrm>
            <a:off x="6337500" y="2780000"/>
            <a:ext cx="2400000" cy="56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FFFFFF"/>
                </a:solidFill>
                <a:latin typeface="Urbanist SemiBold"/>
                <a:cs typeface="Urbanist SemiBold"/>
              </a:rPr>
              <a:t>For Each Employee</a:t>
            </a:r>
          </a:p>
        </p:txBody>
      </p:sp>
      <p:sp>
        <p:nvSpPr>
          <p:cNvPr id="5112" name="s5112"/>
          <p:cNvSpPr/>
          <p:nvPr/>
        </p:nvSpPr>
        <p:spPr>
          <a:xfrm>
            <a:off x="3454500" y="278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Fill Dynamic Form</a:t>
            </a:r>
          </a:p>
        </p:txBody>
      </p:sp>
      <p:sp>
        <p:nvSpPr>
          <p:cNvPr id="5113" name="s5113"/>
          <p:cNvSpPr/>
          <p:nvPr/>
        </p:nvSpPr>
        <p:spPr>
          <a:xfrm>
            <a:off x="571500" y="278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Submit</a:t>
            </a:r>
          </a:p>
        </p:txBody>
      </p:sp>
      <p:sp>
        <p:nvSpPr>
          <p:cNvPr id="5114" name="s5114"/>
          <p:cNvSpPr/>
          <p:nvPr/>
        </p:nvSpPr>
        <p:spPr>
          <a:xfrm>
            <a:off x="571500" y="394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Read Success Message</a:t>
            </a:r>
          </a:p>
        </p:txBody>
      </p:sp>
      <p:sp>
        <p:nvSpPr>
          <p:cNvPr id="5115" name="s5115"/>
          <p:cNvSpPr/>
          <p:nvPr/>
        </p:nvSpPr>
        <p:spPr>
          <a:xfrm>
            <a:off x="3454500" y="394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Take Screenshot</a:t>
            </a:r>
          </a:p>
        </p:txBody>
      </p:sp>
      <p:sp>
        <p:nvSpPr>
          <p:cNvPr id="5116" name="s5116"/>
          <p:cNvSpPr/>
          <p:nvPr/>
        </p:nvSpPr>
        <p:spPr>
          <a:xfrm>
            <a:off x="6337500" y="394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Save Screenshot</a:t>
            </a:r>
          </a:p>
        </p:txBody>
      </p:sp>
      <p:sp>
        <p:nvSpPr>
          <p:cNvPr id="5117" name="s5117"/>
          <p:cNvSpPr/>
          <p:nvPr/>
        </p:nvSpPr>
        <p:spPr>
          <a:xfrm>
            <a:off x="9220500" y="394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Load HTML</a:t>
            </a:r>
          </a:p>
        </p:txBody>
      </p:sp>
      <p:sp>
        <p:nvSpPr>
          <p:cNvPr id="5118" name="s5118"/>
          <p:cNvSpPr/>
          <p:nvPr/>
        </p:nvSpPr>
        <p:spPr>
          <a:xfrm>
            <a:off x="9220500" y="5100000"/>
            <a:ext cx="2400000" cy="5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1F3864"/>
                </a:solidFill>
                <a:latin typeface="Urbanist Medium"/>
                <a:cs typeface="Urbanist Medium"/>
              </a:rPr>
              <a:t>Attach Screenshot</a:t>
            </a:r>
          </a:p>
        </p:txBody>
      </p:sp>
      <p:sp>
        <p:nvSpPr>
          <p:cNvPr id="5119" name="s5119"/>
          <p:cNvSpPr/>
          <p:nvPr/>
        </p:nvSpPr>
        <p:spPr>
          <a:xfrm>
            <a:off x="6337500" y="5100000"/>
            <a:ext cx="2400000" cy="56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FFFFFF"/>
                </a:solidFill>
                <a:latin typeface="Urbanist SemiBold"/>
                <a:cs typeface="Urbanist SemiBold"/>
              </a:rPr>
              <a:t>Send Email</a:t>
            </a:r>
          </a:p>
        </p:txBody>
      </p:sp>
      <p:cxnSp>
        <p:nvCxnSpPr>
          <p:cNvPr id="5120" name="c5120"/>
          <p:cNvCxnSpPr/>
          <p:nvPr/>
        </p:nvCxnSpPr>
        <p:spPr>
          <a:xfrm>
            <a:off x="2971500" y="190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1" name="c5121"/>
          <p:cNvCxnSpPr/>
          <p:nvPr/>
        </p:nvCxnSpPr>
        <p:spPr>
          <a:xfrm>
            <a:off x="5854500" y="190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2" name="c5122"/>
          <p:cNvCxnSpPr/>
          <p:nvPr/>
        </p:nvCxnSpPr>
        <p:spPr>
          <a:xfrm>
            <a:off x="8737500" y="190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3" name="c5123"/>
          <p:cNvCxnSpPr/>
          <p:nvPr/>
        </p:nvCxnSpPr>
        <p:spPr>
          <a:xfrm>
            <a:off x="10420500" y="2180000"/>
            <a:ext cx="0" cy="60000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4" name="c5124"/>
          <p:cNvCxnSpPr/>
          <p:nvPr/>
        </p:nvCxnSpPr>
        <p:spPr>
          <a:xfrm flipH="1">
            <a:off x="8737500" y="306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5" name="c5125"/>
          <p:cNvCxnSpPr/>
          <p:nvPr/>
        </p:nvCxnSpPr>
        <p:spPr>
          <a:xfrm flipH="1">
            <a:off x="5854500" y="306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6" name="c5126"/>
          <p:cNvCxnSpPr/>
          <p:nvPr/>
        </p:nvCxnSpPr>
        <p:spPr>
          <a:xfrm flipH="1">
            <a:off x="2971500" y="306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7" name="c5127"/>
          <p:cNvCxnSpPr/>
          <p:nvPr/>
        </p:nvCxnSpPr>
        <p:spPr>
          <a:xfrm>
            <a:off x="1771500" y="3340000"/>
            <a:ext cx="0" cy="60000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8" name="c5128"/>
          <p:cNvCxnSpPr/>
          <p:nvPr/>
        </p:nvCxnSpPr>
        <p:spPr>
          <a:xfrm>
            <a:off x="2971500" y="422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29" name="c5129"/>
          <p:cNvCxnSpPr/>
          <p:nvPr/>
        </p:nvCxnSpPr>
        <p:spPr>
          <a:xfrm>
            <a:off x="5854500" y="422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30" name="c5130"/>
          <p:cNvCxnSpPr/>
          <p:nvPr/>
        </p:nvCxnSpPr>
        <p:spPr>
          <a:xfrm>
            <a:off x="8737500" y="422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31" name="c5131"/>
          <p:cNvCxnSpPr/>
          <p:nvPr/>
        </p:nvCxnSpPr>
        <p:spPr>
          <a:xfrm>
            <a:off x="10420500" y="4500000"/>
            <a:ext cx="0" cy="60000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  <p:cxnSp>
        <p:nvCxnSpPr>
          <p:cNvPr id="5132" name="c5132"/>
          <p:cNvCxnSpPr/>
          <p:nvPr/>
        </p:nvCxnSpPr>
        <p:spPr>
          <a:xfrm flipH="1">
            <a:off x="8737500" y="5380000"/>
            <a:ext cx="483000" cy="0"/>
          </a:xfrm>
          <a:prstGeom prst="straightConnector1">
            <a:avLst/>
          </a:prstGeom>
          <a:ln w="19050">
            <a:solidFill>
              <a:srgbClr val="4472C4"/>
            </a:solidFill>
            <a:tailEnd type="stealth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1" name="s6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02" name="t6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Challenge Requirements</a:t>
            </a:r>
          </a:p>
        </p:txBody>
      </p:sp>
      <p:sp>
        <p:nvSpPr>
          <p:cNvPr id="6103" name="s6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04" name="t6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Everything the solution must deliver</a:t>
            </a:r>
          </a:p>
        </p:txBody>
      </p:sp>
      <p:pic>
        <p:nvPicPr>
          <p:cNvPr id="6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6106" name="s6106"/>
          <p:cNvSpPr/>
          <p:nvPr/>
        </p:nvSpPr>
        <p:spPr>
          <a:xfrm>
            <a:off x="571500" y="162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07" name="s6107"/>
          <p:cNvSpPr/>
          <p:nvPr/>
        </p:nvSpPr>
        <p:spPr>
          <a:xfrm>
            <a:off x="711500" y="187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08" name="t6108"/>
          <p:cNvSpPr txBox="1"/>
          <p:nvPr/>
        </p:nvSpPr>
        <p:spPr>
          <a:xfrm>
            <a:off x="1231500" y="162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Read Challenge Excel</a:t>
            </a:r>
          </a:p>
        </p:txBody>
      </p:sp>
      <p:sp>
        <p:nvSpPr>
          <p:cNvPr id="6109" name="s6109"/>
          <p:cNvSpPr/>
          <p:nvPr/>
        </p:nvSpPr>
        <p:spPr>
          <a:xfrm>
            <a:off x="571500" y="268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10" name="s6110"/>
          <p:cNvSpPr/>
          <p:nvPr/>
        </p:nvSpPr>
        <p:spPr>
          <a:xfrm>
            <a:off x="711500" y="293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11" name="t6111"/>
          <p:cNvSpPr txBox="1"/>
          <p:nvPr/>
        </p:nvSpPr>
        <p:spPr>
          <a:xfrm>
            <a:off x="1231500" y="268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Read Emails Excel</a:t>
            </a:r>
          </a:p>
        </p:txBody>
      </p:sp>
      <p:sp>
        <p:nvSpPr>
          <p:cNvPr id="6112" name="s6112"/>
          <p:cNvSpPr/>
          <p:nvPr/>
        </p:nvSpPr>
        <p:spPr>
          <a:xfrm>
            <a:off x="571500" y="374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13" name="s6113"/>
          <p:cNvSpPr/>
          <p:nvPr/>
        </p:nvSpPr>
        <p:spPr>
          <a:xfrm>
            <a:off x="711500" y="399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14" name="t6114"/>
          <p:cNvSpPr txBox="1"/>
          <p:nvPr/>
        </p:nvSpPr>
        <p:spPr>
          <a:xfrm>
            <a:off x="1231500" y="374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Complete Challenge</a:t>
            </a:r>
          </a:p>
        </p:txBody>
      </p:sp>
      <p:sp>
        <p:nvSpPr>
          <p:cNvPr id="6115" name="s6115"/>
          <p:cNvSpPr/>
          <p:nvPr/>
        </p:nvSpPr>
        <p:spPr>
          <a:xfrm>
            <a:off x="571500" y="480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16" name="s6116"/>
          <p:cNvSpPr/>
          <p:nvPr/>
        </p:nvSpPr>
        <p:spPr>
          <a:xfrm>
            <a:off x="711500" y="505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17" name="t6117"/>
          <p:cNvSpPr txBox="1"/>
          <p:nvPr/>
        </p:nvSpPr>
        <p:spPr>
          <a:xfrm>
            <a:off x="1231500" y="480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Save Screenshot</a:t>
            </a:r>
          </a:p>
        </p:txBody>
      </p:sp>
      <p:sp>
        <p:nvSpPr>
          <p:cNvPr id="6118" name="s6118"/>
          <p:cNvSpPr/>
          <p:nvPr/>
        </p:nvSpPr>
        <p:spPr>
          <a:xfrm>
            <a:off x="6346000" y="162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19" name="s6119"/>
          <p:cNvSpPr/>
          <p:nvPr/>
        </p:nvSpPr>
        <p:spPr>
          <a:xfrm>
            <a:off x="6486000" y="187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20" name="t6120"/>
          <p:cNvSpPr txBox="1"/>
          <p:nvPr/>
        </p:nvSpPr>
        <p:spPr>
          <a:xfrm>
            <a:off x="7006000" y="162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HTML Template</a:t>
            </a:r>
          </a:p>
        </p:txBody>
      </p:sp>
      <p:sp>
        <p:nvSpPr>
          <p:cNvPr id="6121" name="s6121"/>
          <p:cNvSpPr/>
          <p:nvPr/>
        </p:nvSpPr>
        <p:spPr>
          <a:xfrm>
            <a:off x="6346000" y="268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22" name="s6122"/>
          <p:cNvSpPr/>
          <p:nvPr/>
        </p:nvSpPr>
        <p:spPr>
          <a:xfrm>
            <a:off x="6486000" y="293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23" name="t6123"/>
          <p:cNvSpPr txBox="1"/>
          <p:nvPr/>
        </p:nvSpPr>
        <p:spPr>
          <a:xfrm>
            <a:off x="7006000" y="268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GIF in Email</a:t>
            </a:r>
          </a:p>
        </p:txBody>
      </p:sp>
      <p:sp>
        <p:nvSpPr>
          <p:cNvPr id="6124" name="s6124"/>
          <p:cNvSpPr/>
          <p:nvPr/>
        </p:nvSpPr>
        <p:spPr>
          <a:xfrm>
            <a:off x="6346000" y="374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25" name="s6125"/>
          <p:cNvSpPr/>
          <p:nvPr/>
        </p:nvSpPr>
        <p:spPr>
          <a:xfrm>
            <a:off x="6486000" y="399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26" name="t6126"/>
          <p:cNvSpPr txBox="1"/>
          <p:nvPr/>
        </p:nvSpPr>
        <p:spPr>
          <a:xfrm>
            <a:off x="7006000" y="374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Email Automation</a:t>
            </a:r>
          </a:p>
        </p:txBody>
      </p:sp>
      <p:sp>
        <p:nvSpPr>
          <p:cNvPr id="6127" name="s6127"/>
          <p:cNvSpPr/>
          <p:nvPr/>
        </p:nvSpPr>
        <p:spPr>
          <a:xfrm>
            <a:off x="6346000" y="4800000"/>
            <a:ext cx="5274500" cy="88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6128" name="s6128"/>
          <p:cNvSpPr/>
          <p:nvPr/>
        </p:nvSpPr>
        <p:spPr>
          <a:xfrm>
            <a:off x="6486000" y="5050000"/>
            <a:ext cx="380000" cy="38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Urbanist SemiBold"/>
                <a:cs typeface="Urbanist SemiBold"/>
              </a:rPr>
              <a:t>✓</a:t>
            </a:r>
          </a:p>
        </p:txBody>
      </p:sp>
      <p:sp>
        <p:nvSpPr>
          <p:cNvPr id="6129" name="t6129"/>
          <p:cNvSpPr txBox="1"/>
          <p:nvPr/>
        </p:nvSpPr>
        <p:spPr>
          <a:xfrm>
            <a:off x="7006000" y="4800000"/>
            <a:ext cx="4474500" cy="8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0">
                <a:solidFill>
                  <a:srgbClr val="1F3864"/>
                </a:solidFill>
                <a:latin typeface="Urbanist Medium"/>
                <a:cs typeface="Urbanist Medium"/>
              </a:rPr>
              <a:t>Exception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1" name="s7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02" name="t7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Dynamic UI Concept</a:t>
            </a:r>
          </a:p>
        </p:txBody>
      </p:sp>
      <p:sp>
        <p:nvSpPr>
          <p:cNvPr id="7103" name="s7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04" name="t7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Why reliable selectors are non-negotiable</a:t>
            </a:r>
          </a:p>
        </p:txBody>
      </p:sp>
      <p:pic>
        <p:nvPicPr>
          <p:cNvPr id="7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7106" name="s7106"/>
          <p:cNvSpPr/>
          <p:nvPr/>
        </p:nvSpPr>
        <p:spPr>
          <a:xfrm>
            <a:off x="571500" y="1650000"/>
            <a:ext cx="4550000" cy="23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07" name="s7107"/>
          <p:cNvSpPr/>
          <p:nvPr/>
        </p:nvSpPr>
        <p:spPr>
          <a:xfrm>
            <a:off x="571500" y="1650000"/>
            <a:ext cx="4550000" cy="340000"/>
          </a:xfrm>
          <a:prstGeom prst="round2Same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08" name="t7108"/>
          <p:cNvSpPr txBox="1"/>
          <p:nvPr/>
        </p:nvSpPr>
        <p:spPr>
          <a:xfrm>
            <a:off x="771500" y="1700000"/>
            <a:ext cx="4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FFFFFF"/>
                </a:solidFill>
                <a:latin typeface="Urbanist SemiBold"/>
                <a:cs typeface="Urbanist SemiBold"/>
              </a:rPr>
              <a:t>Static Form</a:t>
            </a:r>
          </a:p>
        </p:txBody>
      </p:sp>
      <p:sp>
        <p:nvSpPr>
          <p:cNvPr id="7109" name="s7109"/>
          <p:cNvSpPr/>
          <p:nvPr/>
        </p:nvSpPr>
        <p:spPr>
          <a:xfrm>
            <a:off x="871500" y="217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0" name="s7110"/>
          <p:cNvSpPr/>
          <p:nvPr/>
        </p:nvSpPr>
        <p:spPr>
          <a:xfrm>
            <a:off x="871500" y="251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1" name="s7111"/>
          <p:cNvSpPr/>
          <p:nvPr/>
        </p:nvSpPr>
        <p:spPr>
          <a:xfrm>
            <a:off x="871500" y="285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2" name="s7112"/>
          <p:cNvSpPr/>
          <p:nvPr/>
        </p:nvSpPr>
        <p:spPr>
          <a:xfrm>
            <a:off x="871500" y="319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3" name="s7113"/>
          <p:cNvSpPr/>
          <p:nvPr/>
        </p:nvSpPr>
        <p:spPr>
          <a:xfrm>
            <a:off x="7070500" y="1650000"/>
            <a:ext cx="4550000" cy="23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4" name="s7114"/>
          <p:cNvSpPr/>
          <p:nvPr/>
        </p:nvSpPr>
        <p:spPr>
          <a:xfrm>
            <a:off x="7070500" y="1650000"/>
            <a:ext cx="4550000" cy="340000"/>
          </a:xfrm>
          <a:prstGeom prst="round2Same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5" name="t7115"/>
          <p:cNvSpPr txBox="1"/>
          <p:nvPr/>
        </p:nvSpPr>
        <p:spPr>
          <a:xfrm>
            <a:off x="7270500" y="1700000"/>
            <a:ext cx="4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FFFFFF"/>
                </a:solidFill>
                <a:latin typeface="Urbanist SemiBold"/>
                <a:cs typeface="Urbanist SemiBold"/>
              </a:rPr>
              <a:t>Dynamic Form</a:t>
            </a:r>
          </a:p>
        </p:txBody>
      </p:sp>
      <p:sp>
        <p:nvSpPr>
          <p:cNvPr id="7116" name="s7116"/>
          <p:cNvSpPr/>
          <p:nvPr/>
        </p:nvSpPr>
        <p:spPr>
          <a:xfrm>
            <a:off x="7370500" y="229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7" name="s7117"/>
          <p:cNvSpPr/>
          <p:nvPr/>
        </p:nvSpPr>
        <p:spPr>
          <a:xfrm>
            <a:off x="7370500" y="269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8" name="s7118"/>
          <p:cNvSpPr/>
          <p:nvPr/>
        </p:nvSpPr>
        <p:spPr>
          <a:xfrm>
            <a:off x="7370500" y="247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19" name="s7119"/>
          <p:cNvSpPr/>
          <p:nvPr/>
        </p:nvSpPr>
        <p:spPr>
          <a:xfrm>
            <a:off x="7370500" y="3070000"/>
            <a:ext cx="3950000" cy="200000"/>
          </a:xfrm>
          <a:prstGeom prst="roundRect">
            <a:avLst/>
          </a:prstGeom>
          <a:solidFill>
            <a:srgbClr val="EAF1FB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7120" name="t7120"/>
          <p:cNvSpPr txBox="1"/>
          <p:nvPr/>
        </p:nvSpPr>
        <p:spPr>
          <a:xfrm>
            <a:off x="571500" y="4040000"/>
            <a:ext cx="45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Fields stay in place</a:t>
            </a:r>
          </a:p>
        </p:txBody>
      </p:sp>
      <p:sp>
        <p:nvSpPr>
          <p:cNvPr id="7121" name="t7121"/>
          <p:cNvSpPr txBox="1"/>
          <p:nvPr/>
        </p:nvSpPr>
        <p:spPr>
          <a:xfrm>
            <a:off x="7070500" y="4040000"/>
            <a:ext cx="45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Fields shuffle every submit</a:t>
            </a:r>
          </a:p>
        </p:txBody>
      </p:sp>
      <p:cxnSp>
        <p:nvCxnSpPr>
          <p:cNvPr id="7122" name="c7122"/>
          <p:cNvCxnSpPr/>
          <p:nvPr/>
        </p:nvCxnSpPr>
        <p:spPr>
          <a:xfrm>
            <a:off x="5161500" y="2825000"/>
            <a:ext cx="1869000" cy="0"/>
          </a:xfrm>
          <a:prstGeom prst="straightConnector1">
            <a:avLst/>
          </a:prstGeom>
          <a:ln w="28575">
            <a:solidFill>
              <a:srgbClr val="FF0000"/>
            </a:solidFill>
            <a:headEnd type="stealth" w="med" len="med"/>
            <a:tailEnd type="stealth" w="med" len="med"/>
          </a:ln>
        </p:spPr>
      </p:cxnSp>
      <p:sp>
        <p:nvSpPr>
          <p:cNvPr id="7123" name="s7123"/>
          <p:cNvSpPr/>
          <p:nvPr/>
        </p:nvSpPr>
        <p:spPr>
          <a:xfrm>
            <a:off x="571500" y="4600000"/>
            <a:ext cx="11049000" cy="11500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000" b="0" i="0">
                <a:solidFill>
                  <a:srgbClr val="1F3864"/>
                </a:solidFill>
                <a:latin typeface="Urbanist SemiBold"/>
                <a:cs typeface="Urbanist SemiBold"/>
              </a:rPr>
              <a:t>“Field positions change after every submission.”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"/>
                <a:cs typeface="Urbanist"/>
              </a:rPr>
              <a:t>Anchor-based, attribute-driven selectors keep the automation reliable when the layout moves.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1" name="s8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8102" name="t8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HTML Email Report</a:t>
            </a:r>
          </a:p>
        </p:txBody>
      </p:sp>
      <p:sp>
        <p:nvSpPr>
          <p:cNvPr id="8103" name="s8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8104" name="t8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A polished, branded completion notice</a:t>
            </a:r>
          </a:p>
        </p:txBody>
      </p:sp>
      <p:pic>
        <p:nvPicPr>
          <p:cNvPr id="8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8106" name="s8106"/>
          <p:cNvSpPr/>
          <p:nvPr/>
        </p:nvSpPr>
        <p:spPr>
          <a:xfrm>
            <a:off x="2796000" y="1600000"/>
            <a:ext cx="6600000" cy="4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8107" name="s8107"/>
          <p:cNvSpPr/>
          <p:nvPr/>
        </p:nvSpPr>
        <p:spPr>
          <a:xfrm>
            <a:off x="2796000" y="1600000"/>
            <a:ext cx="6600000" cy="760000"/>
          </a:xfrm>
          <a:prstGeom prst="round2Same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8108" name="t8108"/>
          <p:cNvSpPr txBox="1"/>
          <p:nvPr/>
        </p:nvSpPr>
        <p:spPr>
          <a:xfrm>
            <a:off x="3096000" y="1720000"/>
            <a:ext cx="60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b="0" i="0">
                <a:solidFill>
                  <a:srgbClr val="FFFFFF"/>
                </a:solidFill>
                <a:latin typeface="Urbanist SemiBold"/>
                <a:cs typeface="Urbanist SemiBold"/>
              </a:rPr>
              <a:t>RPA Challenge Completed</a:t>
            </a:r>
          </a:p>
        </p:txBody>
      </p:sp>
      <p:sp>
        <p:nvSpPr>
          <p:cNvPr id="8109" name="t8109"/>
          <p:cNvSpPr txBox="1"/>
          <p:nvPr/>
        </p:nvSpPr>
        <p:spPr>
          <a:xfrm>
            <a:off x="3096000" y="2500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2E9E5B"/>
                </a:solidFill>
                <a:latin typeface="Urbanist SemiBold"/>
                <a:cs typeface="Urbanist SemiBold"/>
              </a:rPr>
              <a:t>Congratulations! The challenge was solved successfully.</a:t>
            </a:r>
          </a:p>
        </p:txBody>
      </p:sp>
      <p:sp>
        <p:nvSpPr>
          <p:cNvPr id="8110" name="s8110"/>
          <p:cNvSpPr/>
          <p:nvPr/>
        </p:nvSpPr>
        <p:spPr>
          <a:xfrm>
            <a:off x="4896000" y="3000000"/>
            <a:ext cx="2400000" cy="11500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>
                <a:solidFill>
                  <a:srgbClr val="4472C4"/>
                </a:solidFill>
                <a:latin typeface="Urbanist Medium"/>
                <a:cs typeface="Urbanist Medium"/>
              </a:rPr>
              <a:t>[ Success GIF ]</a:t>
            </a:r>
          </a:p>
        </p:txBody>
      </p:sp>
      <p:sp>
        <p:nvSpPr>
          <p:cNvPr id="8111" name="t8111"/>
          <p:cNvSpPr txBox="1"/>
          <p:nvPr/>
        </p:nvSpPr>
        <p:spPr>
          <a:xfrm>
            <a:off x="4896000" y="417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0" i="0">
                <a:solidFill>
                  <a:srgbClr val="475569"/>
                </a:solidFill>
                <a:latin typeface="Urbanist"/>
                <a:cs typeface="Urbanist"/>
              </a:rPr>
              <a:t>celebration animation</a:t>
            </a:r>
          </a:p>
        </p:txBody>
      </p:sp>
      <p:sp>
        <p:nvSpPr>
          <p:cNvPr id="8112" name="s8112"/>
          <p:cNvSpPr/>
          <p:nvPr/>
        </p:nvSpPr>
        <p:spPr>
          <a:xfrm>
            <a:off x="3126000" y="4560000"/>
            <a:ext cx="1906666" cy="620000"/>
          </a:xfrm>
          <a:prstGeom prst="roundRect">
            <a:avLst/>
          </a:prstGeom>
          <a:solidFill>
            <a:srgbClr val="F4F7FC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0" i="0">
                <a:solidFill>
                  <a:srgbClr val="475569"/>
                </a:solidFill>
                <a:latin typeface="Urbanist Medium"/>
                <a:cs typeface="Urbanist Medium"/>
              </a:rPr>
              <a:t>Execution Date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1F3864"/>
                </a:solidFill>
                <a:latin typeface="Urbanist SemiBold"/>
                <a:cs typeface="Urbanist SemiBold"/>
              </a:rPr>
              <a:t>15 Jul 2026</a:t>
            </a:r>
          </a:p>
        </p:txBody>
      </p:sp>
      <p:sp>
        <p:nvSpPr>
          <p:cNvPr id="8113" name="s8113"/>
          <p:cNvSpPr/>
          <p:nvPr/>
        </p:nvSpPr>
        <p:spPr>
          <a:xfrm>
            <a:off x="5092666" y="4560000"/>
            <a:ext cx="1906666" cy="620000"/>
          </a:xfrm>
          <a:prstGeom prst="roundRect">
            <a:avLst/>
          </a:prstGeom>
          <a:solidFill>
            <a:srgbClr val="F4F7FC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0" i="0">
                <a:solidFill>
                  <a:srgbClr val="475569"/>
                </a:solidFill>
                <a:latin typeface="Urbanist Medium"/>
                <a:cs typeface="Urbanist Medium"/>
              </a:rPr>
              <a:t>Execution Time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1F3864"/>
                </a:solidFill>
                <a:latin typeface="Urbanist SemiBold"/>
                <a:cs typeface="Urbanist SemiBold"/>
              </a:rPr>
              <a:t>00:00:42</a:t>
            </a:r>
          </a:p>
        </p:txBody>
      </p:sp>
      <p:sp>
        <p:nvSpPr>
          <p:cNvPr id="8114" name="s8114"/>
          <p:cNvSpPr/>
          <p:nvPr/>
        </p:nvSpPr>
        <p:spPr>
          <a:xfrm>
            <a:off x="7059332" y="4560000"/>
            <a:ext cx="1906666" cy="620000"/>
          </a:xfrm>
          <a:prstGeom prst="roundRect">
            <a:avLst/>
          </a:prstGeom>
          <a:solidFill>
            <a:srgbClr val="F4F7FC"/>
          </a:solidFill>
          <a:ln w="6350">
            <a:solidFill>
              <a:srgbClr val="C7D3E8"/>
            </a:solidFill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0" i="0">
                <a:solidFill>
                  <a:srgbClr val="475569"/>
                </a:solidFill>
                <a:latin typeface="Urbanist Medium"/>
                <a:cs typeface="Urbanist Medium"/>
              </a:rPr>
              <a:t>Screenshot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1F3864"/>
                </a:solidFill>
                <a:latin typeface="Urbanist SemiBold"/>
                <a:cs typeface="Urbanist SemiBold"/>
              </a:rPr>
              <a:t>Attached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1" name="s9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02" name="t9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HTML Template Structure</a:t>
            </a:r>
          </a:p>
        </p:txBody>
      </p:sp>
      <p:sp>
        <p:nvSpPr>
          <p:cNvPr id="9103" name="s9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04" name="t9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Placeholders swapped at runtime with live values</a:t>
            </a:r>
          </a:p>
        </p:txBody>
      </p:sp>
      <p:pic>
        <p:nvPicPr>
          <p:cNvPr id="9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9106" name="s9106"/>
          <p:cNvSpPr/>
          <p:nvPr/>
        </p:nvSpPr>
        <p:spPr>
          <a:xfrm>
            <a:off x="571500" y="1620000"/>
            <a:ext cx="6600000" cy="465000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1F386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07" name="s9107"/>
          <p:cNvSpPr/>
          <p:nvPr/>
        </p:nvSpPr>
        <p:spPr>
          <a:xfrm>
            <a:off x="571500" y="1620000"/>
            <a:ext cx="6600000" cy="350000"/>
          </a:xfrm>
          <a:prstGeom prst="round2SameRect">
            <a:avLst/>
          </a:prstGeom>
          <a:solidFill>
            <a:srgbClr val="1B2E52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08" name="s9108"/>
          <p:cNvSpPr/>
          <p:nvPr/>
        </p:nvSpPr>
        <p:spPr>
          <a:xfrm>
            <a:off x="751500" y="1740000"/>
            <a:ext cx="120000" cy="12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09" name="s9109"/>
          <p:cNvSpPr/>
          <p:nvPr/>
        </p:nvSpPr>
        <p:spPr>
          <a:xfrm>
            <a:off x="951500" y="1740000"/>
            <a:ext cx="120000" cy="12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10" name="s9110"/>
          <p:cNvSpPr/>
          <p:nvPr/>
        </p:nvSpPr>
        <p:spPr>
          <a:xfrm>
            <a:off x="1151500" y="1740000"/>
            <a:ext cx="120000" cy="1200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9111" name="t9111"/>
          <p:cNvSpPr txBox="1"/>
          <p:nvPr/>
        </p:nvSpPr>
        <p:spPr>
          <a:xfrm>
            <a:off x="1271500" y="1700000"/>
            <a:ext cx="5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0" i="0">
                <a:solidFill>
                  <a:srgbClr val="9FB4D8"/>
                </a:solidFill>
                <a:latin typeface="Consolas"/>
                <a:cs typeface="Consolas"/>
              </a:rPr>
              <a:t>report_template.html</a:t>
            </a:r>
          </a:p>
        </p:txBody>
      </p:sp>
      <p:sp>
        <p:nvSpPr>
          <p:cNvPr id="9112" name="t9112"/>
          <p:cNvSpPr txBox="1"/>
          <p:nvPr/>
        </p:nvSpPr>
        <p:spPr>
          <a:xfrm>
            <a:off x="951500" y="2140000"/>
            <a:ext cx="6000000" cy="4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7FB3FF"/>
                </a:solidFill>
                <a:latin typeface="Consolas"/>
                <a:cs typeface="Consolas"/>
              </a:rPr>
              <a:t>&lt;html&gt;</a:t>
            </a:r>
          </a:p>
          <a:p>
            <a:pPr marL="38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7FB3FF"/>
                </a:solidFill>
                <a:latin typeface="Consolas"/>
                <a:cs typeface="Consolas"/>
              </a:rPr>
              <a:t>&lt;body&gt;</a:t>
            </a:r>
          </a:p>
          <a:p>
            <a:pPr marL="76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6FCF97"/>
                </a:solidFill>
                <a:latin typeface="Consolas"/>
                <a:cs typeface="Consolas"/>
              </a:rPr>
              <a:t>&lt;img src="{{gif}}"&gt;</a:t>
            </a:r>
          </a:p>
          <a:p>
            <a:pPr marL="76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F2C94C"/>
                </a:solidFill>
                <a:latin typeface="Consolas"/>
                <a:cs typeface="Consolas"/>
              </a:rPr>
              <a:t>&lt;h2&gt;{{title}}&lt;/h2&gt;</a:t>
            </a:r>
          </a:p>
          <a:p>
            <a:pPr marL="76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E8ECF5"/>
                </a:solidFill>
                <a:latin typeface="Consolas"/>
                <a:cs typeface="Consolas"/>
              </a:rPr>
              <a:t>&lt;p&gt;{{message}}&lt;/p&gt;</a:t>
            </a:r>
          </a:p>
          <a:p>
            <a:pPr marL="76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F2C94C"/>
                </a:solidFill>
                <a:latin typeface="Consolas"/>
                <a:cs typeface="Consolas"/>
              </a:rPr>
              <a:t>&lt;table&gt;{{meta}}&lt;/table&gt;</a:t>
            </a:r>
          </a:p>
          <a:p>
            <a:pPr marL="76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E8ECF5"/>
                </a:solidFill>
                <a:latin typeface="Consolas"/>
                <a:cs typeface="Consolas"/>
              </a:rPr>
              <a:t>&lt;footer&gt;{{brand}}&lt;/footer&gt;</a:t>
            </a:r>
          </a:p>
          <a:p>
            <a:pPr marL="38000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7FB3FF"/>
                </a:solidFill>
                <a:latin typeface="Consolas"/>
                <a:cs typeface="Consolas"/>
              </a:rPr>
              <a:t>&lt;/body&gt;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b="0" i="0">
                <a:solidFill>
                  <a:srgbClr val="7FB3FF"/>
                </a:solidFill>
                <a:latin typeface="Consolas"/>
                <a:cs typeface="Consolas"/>
              </a:rPr>
              <a:t>&lt;/html&gt;</a:t>
            </a:r>
          </a:p>
        </p:txBody>
      </p:sp>
      <p:sp>
        <p:nvSpPr>
          <p:cNvPr id="9113" name="t9113"/>
          <p:cNvSpPr txBox="1"/>
          <p:nvPr/>
        </p:nvSpPr>
        <p:spPr>
          <a:xfrm>
            <a:off x="7571500" y="1740000"/>
            <a:ext cx="4049000" cy="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b="0" i="0">
                <a:solidFill>
                  <a:srgbClr val="1F3864"/>
                </a:solidFill>
                <a:latin typeface="Urbanist SemiBold"/>
                <a:cs typeface="Urbanist SemiBold"/>
              </a:rPr>
              <a:t>Placeholders</a:t>
            </a:r>
          </a:p>
        </p:txBody>
      </p:sp>
      <p:sp>
        <p:nvSpPr>
          <p:cNvPr id="9114" name="t9114"/>
          <p:cNvSpPr txBox="1"/>
          <p:nvPr/>
        </p:nvSpPr>
        <p:spPr>
          <a:xfrm>
            <a:off x="7571500" y="2400000"/>
            <a:ext cx="4049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228600" indent="-228600" algn="l">
              <a:lnSpc>
                <a:spcPct val="112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00" b="0" i="0">
                <a:solidFill>
                  <a:srgbClr val="475569"/>
                </a:solidFill>
                <a:latin typeface="Urbanist"/>
                <a:cs typeface="Urbanist"/>
              </a:rPr>
              <a:t>Double-brace tokens like {{gif}} and {{title}} are replaced at runtime.</a:t>
            </a:r>
          </a:p>
          <a:p>
            <a:pPr marL="228600" indent="-228600" algn="l">
              <a:lnSpc>
                <a:spcPct val="112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00" b="0" i="0">
                <a:solidFill>
                  <a:srgbClr val="475569"/>
                </a:solidFill>
                <a:latin typeface="Urbanist"/>
                <a:cs typeface="Urbanist"/>
              </a:rPr>
              <a:t>The robot injects the success GIF, execution metadata and brand footer.</a:t>
            </a:r>
          </a:p>
          <a:p>
            <a:pPr marL="228600" indent="-228600" algn="l">
              <a:lnSpc>
                <a:spcPct val="112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00" b="0" i="0">
                <a:solidFill>
                  <a:srgbClr val="475569"/>
                </a:solidFill>
                <a:latin typeface="Urbanist"/>
                <a:cs typeface="Urbanist"/>
              </a:rPr>
              <a:t>One template drives every email — fully data-driven and reusable.</a:t>
            </a:r>
          </a:p>
          <a:p>
            <a:pPr marL="228600" indent="-228600" algn="l">
              <a:lnSpc>
                <a:spcPct val="112000"/>
              </a:lnSpc>
              <a:spcBef>
                <a:spcPts val="300"/>
              </a:spcBef>
              <a:buClr>
                <a:srgbClr val="4472C4"/>
              </a:buClr>
              <a:buFont typeface="Arial"/>
              <a:buChar char="▶"/>
            </a:pPr>
            <a:r>
              <a:rPr lang="en-US" sz="1400" b="0" i="0">
                <a:solidFill>
                  <a:srgbClr val="475569"/>
                </a:solidFill>
                <a:latin typeface="Urbanist"/>
                <a:cs typeface="Urbanist"/>
              </a:rPr>
              <a:t>Inline styling keeps rendering consistent across mail clients.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1" name="s11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102" name="t11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Exception Handling Strategy</a:t>
            </a:r>
          </a:p>
        </p:txBody>
      </p:sp>
      <p:sp>
        <p:nvSpPr>
          <p:cNvPr id="11103" name="s11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1104" name="t11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Classify first, then respond deterministically</a:t>
            </a:r>
          </a:p>
        </p:txBody>
      </p:sp>
      <p:pic>
        <p:nvPicPr>
          <p:cNvPr id="11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11106" name="s11106"/>
          <p:cNvSpPr/>
          <p:nvPr/>
        </p:nvSpPr>
        <p:spPr>
          <a:xfrm>
            <a:off x="4796000" y="1600000"/>
            <a:ext cx="2600000" cy="1000000"/>
          </a:xfrm>
          <a:prstGeom prst="diamond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FFFFFF"/>
                </a:solidFill>
                <a:latin typeface="Urbanist SemiBold"/>
                <a:cs typeface="Urbanist SemiBold"/>
              </a:rPr>
              <a:t>Exception?</a:t>
            </a:r>
          </a:p>
        </p:txBody>
      </p:sp>
      <p:sp>
        <p:nvSpPr>
          <p:cNvPr id="11107" name="s11107"/>
          <p:cNvSpPr/>
          <p:nvPr/>
        </p:nvSpPr>
        <p:spPr>
          <a:xfrm>
            <a:off x="1471500" y="3050000"/>
            <a:ext cx="2500000" cy="7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>
                <a:solidFill>
                  <a:srgbClr val="1F3864"/>
                </a:solidFill>
                <a:latin typeface="Urbanist SemiBold"/>
                <a:cs typeface="Urbanist SemiBold"/>
              </a:rPr>
              <a:t>Business Exception</a:t>
            </a:r>
          </a:p>
        </p:txBody>
      </p:sp>
      <p:sp>
        <p:nvSpPr>
          <p:cNvPr id="11108" name="s11108"/>
          <p:cNvSpPr/>
          <p:nvPr/>
        </p:nvSpPr>
        <p:spPr>
          <a:xfrm>
            <a:off x="8220500" y="3050000"/>
            <a:ext cx="2500000" cy="76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>
                <a:solidFill>
                  <a:srgbClr val="1F3864"/>
                </a:solidFill>
                <a:latin typeface="Urbanist SemiBold"/>
                <a:cs typeface="Urbanist SemiBold"/>
              </a:rPr>
              <a:t>System Exception</a:t>
            </a:r>
          </a:p>
        </p:txBody>
      </p:sp>
      <p:cxnSp>
        <p:nvCxnSpPr>
          <p:cNvPr id="11109" name="c11109"/>
          <p:cNvCxnSpPr/>
          <p:nvPr/>
        </p:nvCxnSpPr>
        <p:spPr>
          <a:xfrm flipH="1">
            <a:off x="2721500" y="2600000"/>
            <a:ext cx="3374500" cy="45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cxnSp>
        <p:nvCxnSpPr>
          <p:cNvPr id="11110" name="c11110"/>
          <p:cNvCxnSpPr/>
          <p:nvPr/>
        </p:nvCxnSpPr>
        <p:spPr>
          <a:xfrm>
            <a:off x="6096000" y="2600000"/>
            <a:ext cx="3374500" cy="45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11111" name="s11111"/>
          <p:cNvSpPr/>
          <p:nvPr/>
        </p:nvSpPr>
        <p:spPr>
          <a:xfrm>
            <a:off x="1471500" y="4200000"/>
            <a:ext cx="2500000" cy="640000"/>
          </a:xfrm>
          <a:prstGeom prst="roundRect">
            <a:avLst/>
          </a:prstGeom>
          <a:solidFill>
            <a:srgbClr val="F4F7FC"/>
          </a:solidFill>
          <a:ln w="1587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1F3864"/>
                </a:solidFill>
                <a:latin typeface="Urbanist Medium"/>
                <a:cs typeface="Urbanist Medium"/>
              </a:rPr>
              <a:t>Log message</a:t>
            </a:r>
          </a:p>
        </p:txBody>
      </p:sp>
      <p:cxnSp>
        <p:nvCxnSpPr>
          <p:cNvPr id="11112" name="c11112"/>
          <p:cNvCxnSpPr/>
          <p:nvPr/>
        </p:nvCxnSpPr>
        <p:spPr>
          <a:xfrm>
            <a:off x="2721500" y="3810000"/>
            <a:ext cx="0" cy="39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11113" name="s11113"/>
          <p:cNvSpPr/>
          <p:nvPr/>
        </p:nvSpPr>
        <p:spPr>
          <a:xfrm>
            <a:off x="1471500" y="5100000"/>
            <a:ext cx="2500000" cy="640000"/>
          </a:xfrm>
          <a:prstGeom prst="roundRect">
            <a:avLst/>
          </a:prstGeom>
          <a:solidFill>
            <a:srgbClr val="2E9E5B"/>
          </a:solidFill>
          <a:ln w="15875">
            <a:solidFill>
              <a:srgbClr val="2E9E5B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>
                <a:solidFill>
                  <a:srgbClr val="FFFFFF"/>
                </a:solidFill>
                <a:latin typeface="Urbanist SemiBold"/>
                <a:cs typeface="Urbanist SemiBold"/>
              </a:rPr>
              <a:t>Continue</a:t>
            </a:r>
          </a:p>
        </p:txBody>
      </p:sp>
      <p:cxnSp>
        <p:nvCxnSpPr>
          <p:cNvPr id="11114" name="c11114"/>
          <p:cNvCxnSpPr/>
          <p:nvPr/>
        </p:nvCxnSpPr>
        <p:spPr>
          <a:xfrm>
            <a:off x="2721500" y="4840000"/>
            <a:ext cx="0" cy="26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11115" name="s11115"/>
          <p:cNvSpPr/>
          <p:nvPr/>
        </p:nvSpPr>
        <p:spPr>
          <a:xfrm>
            <a:off x="8220500" y="4200000"/>
            <a:ext cx="2500000" cy="640000"/>
          </a:xfrm>
          <a:prstGeom prst="roundRect">
            <a:avLst/>
          </a:prstGeom>
          <a:solidFill>
            <a:srgbClr val="E8A317"/>
          </a:solidFill>
          <a:ln w="15875">
            <a:solidFill>
              <a:srgbClr val="E8A317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FFFFFF"/>
                </a:solidFill>
                <a:latin typeface="Urbanist SemiBold"/>
                <a:cs typeface="Urbanist SemiBold"/>
              </a:rPr>
              <a:t>Retry (N times)</a:t>
            </a:r>
          </a:p>
        </p:txBody>
      </p:sp>
      <p:cxnSp>
        <p:nvCxnSpPr>
          <p:cNvPr id="11116" name="c11116"/>
          <p:cNvCxnSpPr/>
          <p:nvPr/>
        </p:nvCxnSpPr>
        <p:spPr>
          <a:xfrm>
            <a:off x="9470500" y="3810000"/>
            <a:ext cx="0" cy="39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  <p:sp>
        <p:nvSpPr>
          <p:cNvPr id="11117" name="s11117"/>
          <p:cNvSpPr/>
          <p:nvPr/>
        </p:nvSpPr>
        <p:spPr>
          <a:xfrm>
            <a:off x="8220500" y="5100000"/>
            <a:ext cx="2500000" cy="640000"/>
          </a:xfrm>
          <a:prstGeom prst="roundRect">
            <a:avLst/>
          </a:prstGeom>
          <a:solidFill>
            <a:srgbClr val="2E9E5B"/>
          </a:solidFill>
          <a:ln w="15875">
            <a:solidFill>
              <a:srgbClr val="2E9E5B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50" b="0" i="0">
                <a:solidFill>
                  <a:srgbClr val="FFFFFF"/>
                </a:solidFill>
                <a:latin typeface="Urbanist SemiBold"/>
                <a:cs typeface="Urbanist SemiBold"/>
              </a:rPr>
              <a:t>Log then Continue</a:t>
            </a:r>
          </a:p>
        </p:txBody>
      </p:sp>
      <p:cxnSp>
        <p:nvCxnSpPr>
          <p:cNvPr id="11118" name="c11118"/>
          <p:cNvCxnSpPr/>
          <p:nvPr/>
        </p:nvCxnSpPr>
        <p:spPr>
          <a:xfrm>
            <a:off x="9470500" y="4840000"/>
            <a:ext cx="0" cy="260000"/>
          </a:xfrm>
          <a:prstGeom prst="straightConnector1">
            <a:avLst/>
          </a:prstGeom>
          <a:ln w="22225">
            <a:solidFill>
              <a:srgbClr val="4472C4"/>
            </a:solidFill>
            <a:tailEnd type="stealth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1" name="s12101"/>
          <p:cNvSpPr/>
          <p:nvPr/>
        </p:nvSpPr>
        <p:spPr>
          <a:xfrm>
            <a:off x="581025" y="560000"/>
            <a:ext cx="57150" cy="5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02" name="t12102"/>
          <p:cNvSpPr txBox="1"/>
          <p:nvPr/>
        </p:nvSpPr>
        <p:spPr>
          <a:xfrm>
            <a:off x="760000" y="56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000" b="0" i="0">
                <a:solidFill>
                  <a:srgbClr val="1F3864"/>
                </a:solidFill>
                <a:latin typeface="Urbanist SemiBold"/>
                <a:cs typeface="Urbanist SemiBold"/>
              </a:rPr>
              <a:t>Expected Deliverables</a:t>
            </a:r>
          </a:p>
        </p:txBody>
      </p:sp>
      <p:sp>
        <p:nvSpPr>
          <p:cNvPr id="12103" name="s12103"/>
          <p:cNvSpPr/>
          <p:nvPr/>
        </p:nvSpPr>
        <p:spPr>
          <a:xfrm>
            <a:off x="760000" y="117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04" name="t12104"/>
          <p:cNvSpPr txBox="1"/>
          <p:nvPr/>
        </p:nvSpPr>
        <p:spPr>
          <a:xfrm>
            <a:off x="760000" y="1235000"/>
            <a:ext cx="10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50" b="0" i="0">
                <a:solidFill>
                  <a:srgbClr val="475569"/>
                </a:solidFill>
                <a:latin typeface="Urbanist Medium"/>
                <a:cs typeface="Urbanist Medium"/>
              </a:rPr>
              <a:t>What gets handed in at the end</a:t>
            </a:r>
          </a:p>
        </p:txBody>
      </p:sp>
      <p:pic>
        <p:nvPicPr>
          <p:cNvPr id="12105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12106" name="s12106"/>
          <p:cNvSpPr/>
          <p:nvPr/>
        </p:nvSpPr>
        <p:spPr>
          <a:xfrm>
            <a:off x="571500" y="1750000"/>
            <a:ext cx="1969800" cy="290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07" name="s12107"/>
          <p:cNvSpPr/>
          <p:nvPr/>
        </p:nvSpPr>
        <p:spPr>
          <a:xfrm>
            <a:off x="1146400" y="2070000"/>
            <a:ext cx="820000" cy="8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i="0">
                <a:solidFill>
                  <a:srgbClr val="FFFFFF"/>
                </a:solidFill>
                <a:latin typeface="Urbanist SemiBold"/>
                <a:cs typeface="Urbanist SemiBold"/>
              </a:rPr>
              <a:t>📁</a:t>
            </a:r>
          </a:p>
        </p:txBody>
      </p:sp>
      <p:sp>
        <p:nvSpPr>
          <p:cNvPr id="12108" name="t12108"/>
          <p:cNvSpPr txBox="1"/>
          <p:nvPr/>
        </p:nvSpPr>
        <p:spPr>
          <a:xfrm>
            <a:off x="691500" y="3050000"/>
            <a:ext cx="172980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1F3864"/>
                </a:solidFill>
                <a:latin typeface="Urbanist SemiBold"/>
                <a:cs typeface="Urbanist SemiBold"/>
              </a:rPr>
              <a:t>UiPath Project</a:t>
            </a:r>
          </a:p>
        </p:txBody>
      </p:sp>
      <p:sp>
        <p:nvSpPr>
          <p:cNvPr id="12109" name="t12109"/>
          <p:cNvSpPr txBox="1"/>
          <p:nvPr/>
        </p:nvSpPr>
        <p:spPr>
          <a:xfrm>
            <a:off x="691500" y="3600000"/>
            <a:ext cx="17298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Complete, runnable solution</a:t>
            </a:r>
          </a:p>
        </p:txBody>
      </p:sp>
      <p:sp>
        <p:nvSpPr>
          <p:cNvPr id="12110" name="s12110"/>
          <p:cNvSpPr/>
          <p:nvPr/>
        </p:nvSpPr>
        <p:spPr>
          <a:xfrm>
            <a:off x="2841300" y="1750000"/>
            <a:ext cx="1969800" cy="290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11" name="s12111"/>
          <p:cNvSpPr/>
          <p:nvPr/>
        </p:nvSpPr>
        <p:spPr>
          <a:xfrm>
            <a:off x="3416200" y="2070000"/>
            <a:ext cx="820000" cy="8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i="0">
                <a:solidFill>
                  <a:srgbClr val="FFFFFF"/>
                </a:solidFill>
                <a:latin typeface="Urbanist SemiBold"/>
                <a:cs typeface="Urbanist SemiBold"/>
              </a:rPr>
              <a:t>📸</a:t>
            </a:r>
          </a:p>
        </p:txBody>
      </p:sp>
      <p:sp>
        <p:nvSpPr>
          <p:cNvPr id="12112" name="t12112"/>
          <p:cNvSpPr txBox="1"/>
          <p:nvPr/>
        </p:nvSpPr>
        <p:spPr>
          <a:xfrm>
            <a:off x="2961300" y="3050000"/>
            <a:ext cx="172980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1F3864"/>
                </a:solidFill>
                <a:latin typeface="Urbanist SemiBold"/>
                <a:cs typeface="Urbanist SemiBold"/>
              </a:rPr>
              <a:t>Screenshot</a:t>
            </a:r>
          </a:p>
        </p:txBody>
      </p:sp>
      <p:sp>
        <p:nvSpPr>
          <p:cNvPr id="12113" name="t12113"/>
          <p:cNvSpPr txBox="1"/>
          <p:nvPr/>
        </p:nvSpPr>
        <p:spPr>
          <a:xfrm>
            <a:off x="2961300" y="3600000"/>
            <a:ext cx="17298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Proof of successful run</a:t>
            </a:r>
          </a:p>
        </p:txBody>
      </p:sp>
      <p:sp>
        <p:nvSpPr>
          <p:cNvPr id="12114" name="s12114"/>
          <p:cNvSpPr/>
          <p:nvPr/>
        </p:nvSpPr>
        <p:spPr>
          <a:xfrm>
            <a:off x="5111100" y="1750000"/>
            <a:ext cx="1969800" cy="290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15" name="s12115"/>
          <p:cNvSpPr/>
          <p:nvPr/>
        </p:nvSpPr>
        <p:spPr>
          <a:xfrm>
            <a:off x="5686000" y="2070000"/>
            <a:ext cx="820000" cy="8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i="0">
                <a:solidFill>
                  <a:srgbClr val="FFFFFF"/>
                </a:solidFill>
                <a:latin typeface="Urbanist SemiBold"/>
                <a:cs typeface="Urbanist SemiBold"/>
              </a:rPr>
              <a:t>📧</a:t>
            </a:r>
          </a:p>
        </p:txBody>
      </p:sp>
      <p:sp>
        <p:nvSpPr>
          <p:cNvPr id="12116" name="t12116"/>
          <p:cNvSpPr txBox="1"/>
          <p:nvPr/>
        </p:nvSpPr>
        <p:spPr>
          <a:xfrm>
            <a:off x="5231100" y="3050000"/>
            <a:ext cx="172980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1F3864"/>
                </a:solidFill>
                <a:latin typeface="Urbanist SemiBold"/>
                <a:cs typeface="Urbanist SemiBold"/>
              </a:rPr>
              <a:t>Email</a:t>
            </a:r>
          </a:p>
        </p:txBody>
      </p:sp>
      <p:sp>
        <p:nvSpPr>
          <p:cNvPr id="12117" name="t12117"/>
          <p:cNvSpPr txBox="1"/>
          <p:nvPr/>
        </p:nvSpPr>
        <p:spPr>
          <a:xfrm>
            <a:off x="5231100" y="3600000"/>
            <a:ext cx="17298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Automated HTML report</a:t>
            </a:r>
          </a:p>
        </p:txBody>
      </p:sp>
      <p:sp>
        <p:nvSpPr>
          <p:cNvPr id="12118" name="s12118"/>
          <p:cNvSpPr/>
          <p:nvPr/>
        </p:nvSpPr>
        <p:spPr>
          <a:xfrm>
            <a:off x="7380900" y="1750000"/>
            <a:ext cx="1969800" cy="290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19" name="s12119"/>
          <p:cNvSpPr/>
          <p:nvPr/>
        </p:nvSpPr>
        <p:spPr>
          <a:xfrm>
            <a:off x="7955800" y="2070000"/>
            <a:ext cx="820000" cy="8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i="0">
                <a:solidFill>
                  <a:srgbClr val="FFFFFF"/>
                </a:solidFill>
                <a:latin typeface="Urbanist SemiBold"/>
                <a:cs typeface="Urbanist SemiBold"/>
              </a:rPr>
              <a:t>📄</a:t>
            </a:r>
          </a:p>
        </p:txBody>
      </p:sp>
      <p:sp>
        <p:nvSpPr>
          <p:cNvPr id="12120" name="t12120"/>
          <p:cNvSpPr txBox="1"/>
          <p:nvPr/>
        </p:nvSpPr>
        <p:spPr>
          <a:xfrm>
            <a:off x="7500900" y="3050000"/>
            <a:ext cx="172980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1F3864"/>
                </a:solidFill>
                <a:latin typeface="Urbanist SemiBold"/>
                <a:cs typeface="Urbanist SemiBold"/>
              </a:rPr>
              <a:t>HTML File</a:t>
            </a:r>
          </a:p>
        </p:txBody>
      </p:sp>
      <p:sp>
        <p:nvSpPr>
          <p:cNvPr id="12121" name="t12121"/>
          <p:cNvSpPr txBox="1"/>
          <p:nvPr/>
        </p:nvSpPr>
        <p:spPr>
          <a:xfrm>
            <a:off x="7500900" y="3600000"/>
            <a:ext cx="17298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Reusable email template</a:t>
            </a:r>
          </a:p>
        </p:txBody>
      </p:sp>
      <p:sp>
        <p:nvSpPr>
          <p:cNvPr id="12122" name="s12122"/>
          <p:cNvSpPr/>
          <p:nvPr/>
        </p:nvSpPr>
        <p:spPr>
          <a:xfrm>
            <a:off x="9650700" y="1750000"/>
            <a:ext cx="1969800" cy="2900000"/>
          </a:xfrm>
          <a:prstGeom prst="roundRect">
            <a:avLst/>
          </a:prstGeom>
          <a:solidFill>
            <a:srgbClr val="F4F7FC"/>
          </a:solidFill>
          <a:ln w="9525">
            <a:solidFill>
              <a:srgbClr val="C7D3E8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2123" name="s12123"/>
          <p:cNvSpPr/>
          <p:nvPr/>
        </p:nvSpPr>
        <p:spPr>
          <a:xfrm>
            <a:off x="10225600" y="2070000"/>
            <a:ext cx="820000" cy="8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i="0">
                <a:solidFill>
                  <a:srgbClr val="FFFFFF"/>
                </a:solidFill>
                <a:latin typeface="Urbanist SemiBold"/>
                <a:cs typeface="Urbanist SemiBold"/>
              </a:rPr>
              <a:t>📊</a:t>
            </a:r>
          </a:p>
        </p:txBody>
      </p:sp>
      <p:sp>
        <p:nvSpPr>
          <p:cNvPr id="12124" name="t12124"/>
          <p:cNvSpPr txBox="1"/>
          <p:nvPr/>
        </p:nvSpPr>
        <p:spPr>
          <a:xfrm>
            <a:off x="9770700" y="3050000"/>
            <a:ext cx="172980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0" i="0">
                <a:solidFill>
                  <a:srgbClr val="1F3864"/>
                </a:solidFill>
                <a:latin typeface="Urbanist SemiBold"/>
                <a:cs typeface="Urbanist SemiBold"/>
              </a:rPr>
              <a:t>Execution Logs</a:t>
            </a:r>
          </a:p>
        </p:txBody>
      </p:sp>
      <p:sp>
        <p:nvSpPr>
          <p:cNvPr id="12125" name="t12125"/>
          <p:cNvSpPr txBox="1"/>
          <p:nvPr/>
        </p:nvSpPr>
        <p:spPr>
          <a:xfrm>
            <a:off x="9770700" y="3600000"/>
            <a:ext cx="17298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50" b="0" i="0">
                <a:solidFill>
                  <a:srgbClr val="475569"/>
                </a:solidFill>
                <a:latin typeface="Urbanist"/>
                <a:cs typeface="Urbanist"/>
              </a:rPr>
              <a:t>Traceable run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1" name="s1510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pic>
        <p:nvPicPr>
          <p:cNvPr id="15102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sp>
        <p:nvSpPr>
          <p:cNvPr id="15103" name="s15103"/>
          <p:cNvSpPr/>
          <p:nvPr/>
        </p:nvSpPr>
        <p:spPr>
          <a:xfrm>
            <a:off x="760000" y="1500000"/>
            <a:ext cx="1250000" cy="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/>
          </a:p>
        </p:txBody>
      </p:sp>
      <p:sp>
        <p:nvSpPr>
          <p:cNvPr id="15104" name="t15104"/>
          <p:cNvSpPr txBox="1"/>
          <p:nvPr/>
        </p:nvSpPr>
        <p:spPr>
          <a:xfrm>
            <a:off x="760000" y="160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500" b="0" i="0">
                <a:solidFill>
                  <a:srgbClr val="4472C4"/>
                </a:solidFill>
                <a:latin typeface="Urbanist SemiBold"/>
                <a:cs typeface="Urbanist SemiBold"/>
              </a:rPr>
              <a:t>GOOD LUCK</a:t>
            </a:r>
          </a:p>
        </p:txBody>
      </p:sp>
      <p:sp>
        <p:nvSpPr>
          <p:cNvPr id="15105" name="t15105"/>
          <p:cNvSpPr txBox="1"/>
          <p:nvPr/>
        </p:nvSpPr>
        <p:spPr>
          <a:xfrm>
            <a:off x="750000" y="196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5400" b="0" i="0">
                <a:solidFill>
                  <a:srgbClr val="1F3864"/>
                </a:solidFill>
                <a:latin typeface="Urbanist SemiBold"/>
                <a:cs typeface="Urbanist SemiBold"/>
              </a:rPr>
              <a:t>Build it. Break it. Perfect it.</a:t>
            </a:r>
          </a:p>
        </p:txBody>
      </p:sp>
      <p:sp>
        <p:nvSpPr>
          <p:cNvPr id="15106" name="s15106"/>
          <p:cNvSpPr/>
          <p:nvPr/>
        </p:nvSpPr>
        <p:spPr>
          <a:xfrm>
            <a:off x="760000" y="3400000"/>
            <a:ext cx="2600000" cy="90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b="0" i="0">
                <a:solidFill>
                  <a:srgbClr val="FFFFFF"/>
                </a:solidFill>
                <a:latin typeface="Urbanist SemiBold"/>
                <a:cs typeface="Urbanist SemiBold"/>
              </a:rPr>
              <a:t>Robot</a:t>
            </a:r>
          </a:p>
        </p:txBody>
      </p:sp>
      <p:sp>
        <p:nvSpPr>
          <p:cNvPr id="15107" name="s15107"/>
          <p:cNvSpPr/>
          <p:nvPr/>
        </p:nvSpPr>
        <p:spPr>
          <a:xfrm>
            <a:off x="3960000" y="3400000"/>
            <a:ext cx="2600000" cy="900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b="0" i="0">
                <a:solidFill>
                  <a:srgbClr val="1F3864"/>
                </a:solidFill>
                <a:latin typeface="Urbanist SemiBold"/>
                <a:cs typeface="Urbanist SemiBold"/>
              </a:rPr>
              <a:t>Challenge</a:t>
            </a:r>
          </a:p>
        </p:txBody>
      </p:sp>
      <p:sp>
        <p:nvSpPr>
          <p:cNvPr id="15108" name="s15108"/>
          <p:cNvSpPr/>
          <p:nvPr/>
        </p:nvSpPr>
        <p:spPr>
          <a:xfrm>
            <a:off x="7160000" y="3400000"/>
            <a:ext cx="2600000" cy="900000"/>
          </a:xfrm>
          <a:prstGeom prst="roundRect">
            <a:avLst/>
          </a:prstGeom>
          <a:solidFill>
            <a:srgbClr val="2E9E5B"/>
          </a:solidFill>
          <a:ln w="15875">
            <a:solidFill>
              <a:srgbClr val="2E9E5B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b="0" i="0">
                <a:solidFill>
                  <a:srgbClr val="FFFFFF"/>
                </a:solidFill>
                <a:latin typeface="Urbanist SemiBold"/>
                <a:cs typeface="Urbanist SemiBold"/>
              </a:rPr>
              <a:t>Success</a:t>
            </a:r>
          </a:p>
        </p:txBody>
      </p:sp>
      <p:cxnSp>
        <p:nvCxnSpPr>
          <p:cNvPr id="15109" name="c15109"/>
          <p:cNvCxnSpPr/>
          <p:nvPr/>
        </p:nvCxnSpPr>
        <p:spPr>
          <a:xfrm>
            <a:off x="3360000" y="3850000"/>
            <a:ext cx="600000" cy="0"/>
          </a:xfrm>
          <a:prstGeom prst="straightConnector1">
            <a:avLst/>
          </a:prstGeom>
          <a:ln w="28575">
            <a:solidFill>
              <a:srgbClr val="4472C4"/>
            </a:solidFill>
            <a:tailEnd type="stealth" w="med" len="med"/>
          </a:ln>
        </p:spPr>
      </p:cxnSp>
      <p:cxnSp>
        <p:nvCxnSpPr>
          <p:cNvPr id="15110" name="c15110"/>
          <p:cNvCxnSpPr/>
          <p:nvPr/>
        </p:nvCxnSpPr>
        <p:spPr>
          <a:xfrm>
            <a:off x="6560000" y="3850000"/>
            <a:ext cx="600000" cy="0"/>
          </a:xfrm>
          <a:prstGeom prst="straightConnector1">
            <a:avLst/>
          </a:prstGeom>
          <a:ln w="28575">
            <a:solidFill>
              <a:srgbClr val="4472C4"/>
            </a:solidFill>
            <a:tailEnd type="stealth" w="med" len="med"/>
          </a:ln>
        </p:spPr>
      </p:cxnSp>
      <p:sp>
        <p:nvSpPr>
          <p:cNvPr id="15111" name="s15111"/>
          <p:cNvSpPr/>
          <p:nvPr/>
        </p:nvSpPr>
        <p:spPr>
          <a:xfrm>
            <a:off x="760000" y="4900000"/>
            <a:ext cx="10400000" cy="11500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>
            <a:outerShdw blurRad="60000" dist="30000" dir="5400000" rotWithShape="0">
              <a:srgbClr val="1F3864">
                <a:alpha val="18000"/>
              </a:srgbClr>
            </a:outerShdw>
          </a:effectLst>
        </p:spPr>
        <p:txBody>
          <a:bodyPr wrap="square" lIns="45720" tIns="27432" rIns="45720" bIns="27432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100" b="0" i="0">
                <a:solidFill>
                  <a:srgbClr val="1F3864"/>
                </a:solidFill>
                <a:latin typeface="Urbanist SemiBold"/>
                <a:cs typeface="Urbanist SemiBold"/>
              </a:rPr>
              <a:t>“Build automations that are reliable, reusable, and maintainable.”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2026-07-15T01:43:34Z</dcterms:modified>
</cp:coreProperties>
</file>