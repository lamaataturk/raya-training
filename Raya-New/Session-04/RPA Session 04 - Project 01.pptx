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421" r:id="rId2"/>
    <p:sldId id="256" r:id="rId3"/>
    <p:sldId id="402" r:id="rId4"/>
    <p:sldId id="266" r:id="rId5"/>
    <p:sldId id="419" r:id="rId6"/>
    <p:sldId id="405" r:id="rId7"/>
    <p:sldId id="408" r:id="rId8"/>
    <p:sldId id="422" r:id="rId9"/>
    <p:sldId id="289" r:id="rId10"/>
    <p:sldId id="420" r:id="rId11"/>
  </p:sldIdLst>
  <p:sldSz cx="12192000" cy="6858000"/>
  <p:notesSz cx="6858000" cy="9144000"/>
  <p:embeddedFontLs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Poppins" panose="00000500000000000000" pitchFamily="2" charset="0"/>
      <p:regular r:id="rId17"/>
      <p:bold r:id="rId18"/>
      <p:italic r:id="rId19"/>
      <p:boldItalic r:id="rId20"/>
    </p:embeddedFont>
    <p:embeddedFont>
      <p:font typeface="Poppins SemiBold" panose="000007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81CD48-2ADC-492A-EE18-93125EDCEDC9}" v="25" dt="2026-07-08T13:38:13.193"/>
    <p1510:client id="{AB33AE15-EED0-978B-6F94-87FEEE45C3A2}" v="5" dt="2026-07-08T13:56:07.6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552F254-C8C9-4A3A-BF54-483A6EC616C2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r Ayman Essawy Abd El Rhman" userId="S::amr_abdelrhman@rayacorp.com::4f343fd9-c01d-4909-828e-d785b0c440c9" providerId="AD" clId="Web-{887E5035-F3BF-AACD-FDFF-D36399E3CCB2}"/>
    <pc:docChg chg="delSld modSld">
      <pc:chgData name="Amr Ayman Essawy Abd El Rhman" userId="S::amr_abdelrhman@rayacorp.com::4f343fd9-c01d-4909-828e-d785b0c440c9" providerId="AD" clId="Web-{887E5035-F3BF-AACD-FDFF-D36399E3CCB2}" dt="2026-07-05T09:39:52.563" v="244" actId="20577"/>
      <pc:docMkLst>
        <pc:docMk/>
      </pc:docMkLst>
      <pc:sldChg chg="modSp">
        <pc:chgData name="Amr Ayman Essawy Abd El Rhman" userId="S::amr_abdelrhman@rayacorp.com::4f343fd9-c01d-4909-828e-d785b0c440c9" providerId="AD" clId="Web-{887E5035-F3BF-AACD-FDFF-D36399E3CCB2}" dt="2026-07-05T09:37:11.588" v="33" actId="20577"/>
        <pc:sldMkLst>
          <pc:docMk/>
          <pc:sldMk cId="0" sldId="408"/>
        </pc:sldMkLst>
        <pc:spChg chg="mod">
          <ac:chgData name="Amr Ayman Essawy Abd El Rhman" userId="S::amr_abdelrhman@rayacorp.com::4f343fd9-c01d-4909-828e-d785b0c440c9" providerId="AD" clId="Web-{887E5035-F3BF-AACD-FDFF-D36399E3CCB2}" dt="2026-07-05T09:37:11.588" v="33" actId="20577"/>
          <ac:spMkLst>
            <pc:docMk/>
            <pc:sldMk cId="0" sldId="408"/>
            <ac:spMk id="8" creationId="{00000000-0000-0000-0000-000000000000}"/>
          </ac:spMkLst>
        </pc:spChg>
      </pc:sldChg>
      <pc:sldChg chg="addSp delSp modSp">
        <pc:chgData name="Amr Ayman Essawy Abd El Rhman" userId="S::amr_abdelrhman@rayacorp.com::4f343fd9-c01d-4909-828e-d785b0c440c9" providerId="AD" clId="Web-{887E5035-F3BF-AACD-FDFF-D36399E3CCB2}" dt="2026-07-05T09:39:52.563" v="244" actId="20577"/>
        <pc:sldMkLst>
          <pc:docMk/>
          <pc:sldMk cId="0" sldId="419"/>
        </pc:sldMkLst>
        <pc:spChg chg="mod">
          <ac:chgData name="Amr Ayman Essawy Abd El Rhman" userId="S::amr_abdelrhman@rayacorp.com::4f343fd9-c01d-4909-828e-d785b0c440c9" providerId="AD" clId="Web-{887E5035-F3BF-AACD-FDFF-D36399E3CCB2}" dt="2026-07-05T09:39:52.563" v="244" actId="20577"/>
          <ac:spMkLst>
            <pc:docMk/>
            <pc:sldMk cId="0" sldId="419"/>
            <ac:spMk id="2" creationId="{00000000-0000-0000-0000-000000000000}"/>
          </ac:spMkLst>
        </pc:spChg>
        <pc:spChg chg="mod">
          <ac:chgData name="Amr Ayman Essawy Abd El Rhman" userId="S::amr_abdelrhman@rayacorp.com::4f343fd9-c01d-4909-828e-d785b0c440c9" providerId="AD" clId="Web-{887E5035-F3BF-AACD-FDFF-D36399E3CCB2}" dt="2026-07-05T09:39:41.250" v="226" actId="20577"/>
          <ac:spMkLst>
            <pc:docMk/>
            <pc:sldMk cId="0" sldId="419"/>
            <ac:spMk id="4" creationId="{00000000-0000-0000-0000-000000000000}"/>
          </ac:spMkLst>
        </pc:spChg>
        <pc:spChg chg="add del mod">
          <ac:chgData name="Amr Ayman Essawy Abd El Rhman" userId="S::amr_abdelrhman@rayacorp.com::4f343fd9-c01d-4909-828e-d785b0c440c9" providerId="AD" clId="Web-{887E5035-F3BF-AACD-FDFF-D36399E3CCB2}" dt="2026-07-05T09:38:31.873" v="109" actId="20577"/>
          <ac:spMkLst>
            <pc:docMk/>
            <pc:sldMk cId="0" sldId="419"/>
            <ac:spMk id="7" creationId="{00000000-0000-0000-0000-000000000000}"/>
          </ac:spMkLst>
        </pc:spChg>
        <pc:spChg chg="mod">
          <ac:chgData name="Amr Ayman Essawy Abd El Rhman" userId="S::amr_abdelrhman@rayacorp.com::4f343fd9-c01d-4909-828e-d785b0c440c9" providerId="AD" clId="Web-{887E5035-F3BF-AACD-FDFF-D36399E3CCB2}" dt="2026-07-05T09:39:35.110" v="225" actId="20577"/>
          <ac:spMkLst>
            <pc:docMk/>
            <pc:sldMk cId="0" sldId="419"/>
            <ac:spMk id="8" creationId="{00000000-0000-0000-0000-000000000000}"/>
          </ac:spMkLst>
        </pc:spChg>
        <pc:spChg chg="mod">
          <ac:chgData name="Amr Ayman Essawy Abd El Rhman" userId="S::amr_abdelrhman@rayacorp.com::4f343fd9-c01d-4909-828e-d785b0c440c9" providerId="AD" clId="Web-{887E5035-F3BF-AACD-FDFF-D36399E3CCB2}" dt="2026-07-05T09:39:31.531" v="224" actId="20577"/>
          <ac:spMkLst>
            <pc:docMk/>
            <pc:sldMk cId="0" sldId="419"/>
            <ac:spMk id="10" creationId="{00000000-0000-0000-0000-000000000000}"/>
          </ac:spMkLst>
        </pc:spChg>
      </pc:sldChg>
    </pc:docChg>
  </pc:docChgLst>
  <pc:docChgLst>
    <pc:chgData name="Amr Ayman Essawy Abd El Rhman" userId="S::amr_abdelrhman@rayacorp.com::4f343fd9-c01d-4909-828e-d785b0c440c9" providerId="AD" clId="Web-{3B81CD48-2ADC-492A-EE18-93125EDCEDC9}"/>
    <pc:docChg chg="addSld delSld modSld sldOrd">
      <pc:chgData name="Amr Ayman Essawy Abd El Rhman" userId="S::amr_abdelrhman@rayacorp.com::4f343fd9-c01d-4909-828e-d785b0c440c9" providerId="AD" clId="Web-{3B81CD48-2ADC-492A-EE18-93125EDCEDC9}" dt="2026-07-08T13:38:15.927" v="27"/>
      <pc:docMkLst>
        <pc:docMk/>
      </pc:docMkLst>
      <pc:sldChg chg="modSp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256"/>
        </pc:sldMkLst>
        <pc:spChg chg="mod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256"/>
            <ac:spMk id="86" creationId="{00000000-0000-0000-0000-000000000000}"/>
          </ac:spMkLst>
        </pc:spChg>
        <pc:spChg chg="mod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256"/>
            <ac:spMk id="87" creationId="{00000000-0000-0000-0000-000000000000}"/>
          </ac:spMkLst>
        </pc:spChg>
        <pc:spChg chg="mod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256"/>
            <ac:spMk id="901" creationId="{00000000-0000-0000-0000-000000000000}"/>
          </ac:spMkLst>
        </pc:spChg>
      </pc:sldChg>
      <pc:sldChg chg="del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260"/>
        </pc:sldMkLst>
      </pc:sldChg>
      <pc:sldChg chg="del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261"/>
        </pc:sldMkLst>
      </pc:sldChg>
      <pc:sldChg chg="del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262"/>
        </pc:sldMkLst>
      </pc:sldChg>
      <pc:sldChg chg="del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263"/>
        </pc:sldMkLst>
      </pc:sldChg>
      <pc:sldChg chg="del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264"/>
        </pc:sldMkLst>
      </pc:sldChg>
      <pc:sldChg chg="del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265"/>
        </pc:sldMkLst>
      </pc:sldChg>
      <pc:sldChg chg="delSp modSp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266"/>
        </pc:sldMkLst>
        <pc:spChg chg="del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266"/>
            <ac:spMk id="245" creationId="{00000000-0000-0000-0000-000000000000}"/>
          </ac:spMkLst>
        </pc:spChg>
        <pc:spChg chg="del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266"/>
            <ac:spMk id="247" creationId="{00000000-0000-0000-0000-000000000000}"/>
          </ac:spMkLst>
        </pc:spChg>
        <pc:spChg chg="del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266"/>
            <ac:spMk id="249" creationId="{00000000-0000-0000-0000-000000000000}"/>
          </ac:spMkLst>
        </pc:spChg>
        <pc:spChg chg="del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266"/>
            <ac:spMk id="250" creationId="{00000000-0000-0000-0000-000000000000}"/>
          </ac:spMkLst>
        </pc:spChg>
        <pc:spChg chg="del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266"/>
            <ac:spMk id="254" creationId="{00000000-0000-0000-0000-000000000000}"/>
          </ac:spMkLst>
        </pc:spChg>
        <pc:spChg chg="del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266"/>
            <ac:spMk id="258" creationId="{00000000-0000-0000-0000-000000000000}"/>
          </ac:spMkLst>
        </pc:spChg>
        <pc:spChg chg="del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266"/>
            <ac:spMk id="259" creationId="{00000000-0000-0000-0000-000000000000}"/>
          </ac:spMkLst>
        </pc:spChg>
        <pc:spChg chg="del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266"/>
            <ac:spMk id="261" creationId="{00000000-0000-0000-0000-000000000000}"/>
          </ac:spMkLst>
        </pc:spChg>
        <pc:spChg chg="del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266"/>
            <ac:spMk id="262" creationId="{00000000-0000-0000-0000-000000000000}"/>
          </ac:spMkLst>
        </pc:spChg>
        <pc:spChg chg="del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266"/>
            <ac:spMk id="263" creationId="{00000000-0000-0000-0000-000000000000}"/>
          </ac:spMkLst>
        </pc:spChg>
      </pc:sldChg>
      <pc:sldChg chg="del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269"/>
        </pc:sldMkLst>
      </pc:sldChg>
      <pc:sldChg chg="del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270"/>
        </pc:sldMkLst>
      </pc:sldChg>
      <pc:sldChg chg="del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271"/>
        </pc:sldMkLst>
      </pc:sldChg>
      <pc:sldChg chg="del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272"/>
        </pc:sldMkLst>
      </pc:sldChg>
      <pc:sldChg chg="del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273"/>
        </pc:sldMkLst>
      </pc:sldChg>
      <pc:sldChg chg="del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274"/>
        </pc:sldMkLst>
      </pc:sldChg>
      <pc:sldChg chg="del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277"/>
        </pc:sldMkLst>
      </pc:sldChg>
      <pc:sldChg chg="del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278"/>
        </pc:sldMkLst>
      </pc:sldChg>
      <pc:sldChg chg="del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279"/>
        </pc:sldMkLst>
      </pc:sldChg>
      <pc:sldChg chg="del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280"/>
        </pc:sldMkLst>
      </pc:sldChg>
      <pc:sldChg chg="del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281"/>
        </pc:sldMkLst>
      </pc:sldChg>
      <pc:sldChg chg="del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282"/>
        </pc:sldMkLst>
      </pc:sldChg>
      <pc:sldChg chg="del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285"/>
        </pc:sldMkLst>
      </pc:sldChg>
      <pc:sldChg chg="del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286"/>
        </pc:sldMkLst>
      </pc:sldChg>
      <pc:sldChg chg="del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287"/>
        </pc:sldMkLst>
      </pc:sldChg>
      <pc:sldChg chg="del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288"/>
        </pc:sldMkLst>
      </pc:sldChg>
      <pc:sldChg chg="addSp delSp modSp ord modNotes">
        <pc:chgData name="Amr Ayman Essawy Abd El Rhman" userId="S::amr_abdelrhman@rayacorp.com::4f343fd9-c01d-4909-828e-d785b0c440c9" providerId="AD" clId="Web-{3B81CD48-2ADC-492A-EE18-93125EDCEDC9}" dt="2026-07-08T13:36:27.081" v="16"/>
        <pc:sldMkLst>
          <pc:docMk/>
          <pc:sldMk cId="0" sldId="289"/>
        </pc:sldMkLst>
        <pc:spChg chg="del">
          <ac:chgData name="Amr Ayman Essawy Abd El Rhman" userId="S::amr_abdelrhman@rayacorp.com::4f343fd9-c01d-4909-828e-d785b0c440c9" providerId="AD" clId="Web-{3B81CD48-2ADC-492A-EE18-93125EDCEDC9}" dt="2026-07-08T13:36:18.940" v="15"/>
          <ac:spMkLst>
            <pc:docMk/>
            <pc:sldMk cId="0" sldId="289"/>
            <ac:spMk id="623" creationId="{00000000-0000-0000-0000-000000000000}"/>
          </ac:spMkLst>
        </pc:spChg>
        <pc:spChg chg="del">
          <ac:chgData name="Amr Ayman Essawy Abd El Rhman" userId="S::amr_abdelrhman@rayacorp.com::4f343fd9-c01d-4909-828e-d785b0c440c9" providerId="AD" clId="Web-{3B81CD48-2ADC-492A-EE18-93125EDCEDC9}" dt="2026-07-08T13:36:18.940" v="14"/>
          <ac:spMkLst>
            <pc:docMk/>
            <pc:sldMk cId="0" sldId="289"/>
            <ac:spMk id="624" creationId="{00000000-0000-0000-0000-000000000000}"/>
          </ac:spMkLst>
        </pc:spChg>
        <pc:spChg chg="del">
          <ac:chgData name="Amr Ayman Essawy Abd El Rhman" userId="S::amr_abdelrhman@rayacorp.com::4f343fd9-c01d-4909-828e-d785b0c440c9" providerId="AD" clId="Web-{3B81CD48-2ADC-492A-EE18-93125EDCEDC9}" dt="2026-07-08T13:36:18.940" v="13"/>
          <ac:spMkLst>
            <pc:docMk/>
            <pc:sldMk cId="0" sldId="289"/>
            <ac:spMk id="625" creationId="{00000000-0000-0000-0000-000000000000}"/>
          </ac:spMkLst>
        </pc:spChg>
        <pc:spChg chg="del">
          <ac:chgData name="Amr Ayman Essawy Abd El Rhman" userId="S::amr_abdelrhman@rayacorp.com::4f343fd9-c01d-4909-828e-d785b0c440c9" providerId="AD" clId="Web-{3B81CD48-2ADC-492A-EE18-93125EDCEDC9}" dt="2026-07-08T13:36:18.940" v="12"/>
          <ac:spMkLst>
            <pc:docMk/>
            <pc:sldMk cId="0" sldId="289"/>
            <ac:spMk id="626" creationId="{00000000-0000-0000-0000-000000000000}"/>
          </ac:spMkLst>
        </pc:spChg>
        <pc:spChg chg="del">
          <ac:chgData name="Amr Ayman Essawy Abd El Rhman" userId="S::amr_abdelrhman@rayacorp.com::4f343fd9-c01d-4909-828e-d785b0c440c9" providerId="AD" clId="Web-{3B81CD48-2ADC-492A-EE18-93125EDCEDC9}" dt="2026-07-08T13:36:18.940" v="11"/>
          <ac:spMkLst>
            <pc:docMk/>
            <pc:sldMk cId="0" sldId="289"/>
            <ac:spMk id="627" creationId="{00000000-0000-0000-0000-000000000000}"/>
          </ac:spMkLst>
        </pc:spChg>
        <pc:spChg chg="del">
          <ac:chgData name="Amr Ayman Essawy Abd El Rhman" userId="S::amr_abdelrhman@rayacorp.com::4f343fd9-c01d-4909-828e-d785b0c440c9" providerId="AD" clId="Web-{3B81CD48-2ADC-492A-EE18-93125EDCEDC9}" dt="2026-07-08T13:36:18.940" v="10"/>
          <ac:spMkLst>
            <pc:docMk/>
            <pc:sldMk cId="0" sldId="289"/>
            <ac:spMk id="628" creationId="{00000000-0000-0000-0000-000000000000}"/>
          </ac:spMkLst>
        </pc:spChg>
        <pc:spChg chg="del">
          <ac:chgData name="Amr Ayman Essawy Abd El Rhman" userId="S::amr_abdelrhman@rayacorp.com::4f343fd9-c01d-4909-828e-d785b0c440c9" providerId="AD" clId="Web-{3B81CD48-2ADC-492A-EE18-93125EDCEDC9}" dt="2026-07-08T13:36:18.940" v="9"/>
          <ac:spMkLst>
            <pc:docMk/>
            <pc:sldMk cId="0" sldId="289"/>
            <ac:spMk id="629" creationId="{00000000-0000-0000-0000-000000000000}"/>
          </ac:spMkLst>
        </pc:spChg>
        <pc:spChg chg="del">
          <ac:chgData name="Amr Ayman Essawy Abd El Rhman" userId="S::amr_abdelrhman@rayacorp.com::4f343fd9-c01d-4909-828e-d785b0c440c9" providerId="AD" clId="Web-{3B81CD48-2ADC-492A-EE18-93125EDCEDC9}" dt="2026-07-08T13:36:18.940" v="8"/>
          <ac:spMkLst>
            <pc:docMk/>
            <pc:sldMk cId="0" sldId="289"/>
            <ac:spMk id="630" creationId="{00000000-0000-0000-0000-000000000000}"/>
          </ac:spMkLst>
        </pc:spChg>
        <pc:spChg chg="del">
          <ac:chgData name="Amr Ayman Essawy Abd El Rhman" userId="S::amr_abdelrhman@rayacorp.com::4f343fd9-c01d-4909-828e-d785b0c440c9" providerId="AD" clId="Web-{3B81CD48-2ADC-492A-EE18-93125EDCEDC9}" dt="2026-07-08T13:36:18.940" v="7"/>
          <ac:spMkLst>
            <pc:docMk/>
            <pc:sldMk cId="0" sldId="289"/>
            <ac:spMk id="631" creationId="{00000000-0000-0000-0000-000000000000}"/>
          </ac:spMkLst>
        </pc:spChg>
        <pc:spChg chg="del">
          <ac:chgData name="Amr Ayman Essawy Abd El Rhman" userId="S::amr_abdelrhman@rayacorp.com::4f343fd9-c01d-4909-828e-d785b0c440c9" providerId="AD" clId="Web-{3B81CD48-2ADC-492A-EE18-93125EDCEDC9}" dt="2026-07-08T13:36:18.940" v="6"/>
          <ac:spMkLst>
            <pc:docMk/>
            <pc:sldMk cId="0" sldId="289"/>
            <ac:spMk id="632" creationId="{00000000-0000-0000-0000-000000000000}"/>
          </ac:spMkLst>
        </pc:spChg>
        <pc:spChg chg="del">
          <ac:chgData name="Amr Ayman Essawy Abd El Rhman" userId="S::amr_abdelrhman@rayacorp.com::4f343fd9-c01d-4909-828e-d785b0c440c9" providerId="AD" clId="Web-{3B81CD48-2ADC-492A-EE18-93125EDCEDC9}" dt="2026-07-08T13:36:18.940" v="5"/>
          <ac:spMkLst>
            <pc:docMk/>
            <pc:sldMk cId="0" sldId="289"/>
            <ac:spMk id="633" creationId="{00000000-0000-0000-0000-000000000000}"/>
          </ac:spMkLst>
        </pc:spChg>
        <pc:spChg chg="del">
          <ac:chgData name="Amr Ayman Essawy Abd El Rhman" userId="S::amr_abdelrhman@rayacorp.com::4f343fd9-c01d-4909-828e-d785b0c440c9" providerId="AD" clId="Web-{3B81CD48-2ADC-492A-EE18-93125EDCEDC9}" dt="2026-07-08T13:36:18.940" v="4"/>
          <ac:spMkLst>
            <pc:docMk/>
            <pc:sldMk cId="0" sldId="289"/>
            <ac:spMk id="634" creationId="{00000000-0000-0000-0000-000000000000}"/>
          </ac:spMkLst>
        </pc:spChg>
        <pc:spChg chg="del mod">
          <ac:chgData name="Amr Ayman Essawy Abd El Rhman" userId="S::amr_abdelrhman@rayacorp.com::4f343fd9-c01d-4909-828e-d785b0c440c9" providerId="AD" clId="Web-{3B81CD48-2ADC-492A-EE18-93125EDCEDC9}" dt="2026-07-08T13:35:57.189" v="2"/>
          <ac:spMkLst>
            <pc:docMk/>
            <pc:sldMk cId="0" sldId="289"/>
            <ac:spMk id="635" creationId="{00000000-0000-0000-0000-000000000000}"/>
          </ac:spMkLst>
        </pc:spChg>
        <pc:spChg chg="del">
          <ac:chgData name="Amr Ayman Essawy Abd El Rhman" userId="S::amr_abdelrhman@rayacorp.com::4f343fd9-c01d-4909-828e-d785b0c440c9" providerId="AD" clId="Web-{3B81CD48-2ADC-492A-EE18-93125EDCEDC9}" dt="2026-07-08T13:35:58.736" v="3"/>
          <ac:spMkLst>
            <pc:docMk/>
            <pc:sldMk cId="0" sldId="289"/>
            <ac:spMk id="901" creationId="{00000000-0000-0000-0000-000000000000}"/>
          </ac:spMkLst>
        </pc:spChg>
        <pc:graphicFrameChg chg="del mod modGraphic">
          <ac:chgData name="Amr Ayman Essawy Abd El Rhman" userId="S::amr_abdelrhman@rayacorp.com::4f343fd9-c01d-4909-828e-d785b0c440c9" providerId="AD" clId="Web-{3B81CD48-2ADC-492A-EE18-93125EDCEDC9}" dt="2026-07-08T13:35:54.894" v="1"/>
          <ac:graphicFrameMkLst>
            <pc:docMk/>
            <pc:sldMk cId="0" sldId="289"/>
            <ac:graphicFrameMk id="622" creationId="{00000000-0000-0000-0000-000000000000}"/>
          </ac:graphicFrameMkLst>
        </pc:graphicFrameChg>
        <pc:picChg chg="add mod">
          <ac:chgData name="Amr Ayman Essawy Abd El Rhman" userId="S::amr_abdelrhman@rayacorp.com::4f343fd9-c01d-4909-828e-d785b0c440c9" providerId="AD" clId="Web-{3B81CD48-2ADC-492A-EE18-93125EDCEDC9}" dt="2026-07-08T13:36:27.081" v="16"/>
          <ac:picMkLst>
            <pc:docMk/>
            <pc:sldMk cId="0" sldId="289"/>
            <ac:picMk id="2" creationId="{76DC42AD-4F73-2CF8-4D47-0F6CDA7A12D9}"/>
          </ac:picMkLst>
        </pc:picChg>
      </pc:sldChg>
      <pc:sldChg chg="del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290"/>
        </pc:sldMkLst>
      </pc:sldChg>
      <pc:sldChg chg="del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291"/>
        </pc:sldMkLst>
      </pc:sldChg>
      <pc:sldChg chg="del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293"/>
        </pc:sldMkLst>
      </pc:sldChg>
      <pc:sldChg chg="del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299"/>
        </pc:sldMkLst>
      </pc:sldChg>
      <pc:sldChg chg="del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395"/>
        </pc:sldMkLst>
      </pc:sldChg>
      <pc:sldChg chg="del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396"/>
        </pc:sldMkLst>
      </pc:sldChg>
      <pc:sldChg chg="del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397"/>
        </pc:sldMkLst>
      </pc:sldChg>
      <pc:sldChg chg="del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398"/>
        </pc:sldMkLst>
      </pc:sldChg>
      <pc:sldChg chg="del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400"/>
        </pc:sldMkLst>
      </pc:sldChg>
      <pc:sldChg chg="del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401"/>
        </pc:sldMkLst>
      </pc:sldChg>
      <pc:sldChg chg="delSp modSp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402"/>
        </pc:sldMkLst>
        <pc:spChg chg="mod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402"/>
            <ac:spMk id="10" creationId="{00000000-0000-0000-0000-000000000000}"/>
          </ac:spMkLst>
        </pc:spChg>
        <pc:spChg chg="mod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402"/>
            <ac:spMk id="22" creationId="{00000000-0000-0000-0000-000000000000}"/>
          </ac:spMkLst>
        </pc:spChg>
        <pc:spChg chg="mod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402"/>
            <ac:spMk id="24" creationId="{00000000-0000-0000-0000-000000000000}"/>
          </ac:spMkLst>
        </pc:spChg>
        <pc:spChg chg="mod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402"/>
            <ac:spMk id="25" creationId="{00000000-0000-0000-0000-000000000000}"/>
          </ac:spMkLst>
        </pc:spChg>
        <pc:spChg chg="mod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402"/>
            <ac:spMk id="28" creationId="{00000000-0000-0000-0000-000000000000}"/>
          </ac:spMkLst>
        </pc:spChg>
        <pc:spChg chg="mod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402"/>
            <ac:spMk id="30" creationId="{00000000-0000-0000-0000-000000000000}"/>
          </ac:spMkLst>
        </pc:spChg>
        <pc:spChg chg="mod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402"/>
            <ac:spMk id="31" creationId="{00000000-0000-0000-0000-000000000000}"/>
          </ac:spMkLst>
        </pc:spChg>
        <pc:spChg chg="del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402"/>
            <ac:spMk id="32" creationId="{00000000-0000-0000-0000-000000000000}"/>
          </ac:spMkLst>
        </pc:spChg>
        <pc:spChg chg="del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402"/>
            <ac:spMk id="33" creationId="{00000000-0000-0000-0000-000000000000}"/>
          </ac:spMkLst>
        </pc:spChg>
        <pc:spChg chg="del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402"/>
            <ac:spMk id="34" creationId="{00000000-0000-0000-0000-000000000000}"/>
          </ac:spMkLst>
        </pc:spChg>
      </pc:sldChg>
      <pc:sldChg chg="del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403"/>
        </pc:sldMkLst>
      </pc:sldChg>
      <pc:sldChg chg="del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404"/>
        </pc:sldMkLst>
      </pc:sldChg>
      <pc:sldChg chg="addSp delSp modSp modNotes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405"/>
        </pc:sldMkLst>
        <pc:spChg chg="mod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405"/>
            <ac:spMk id="101" creationId="{00000000-0000-0000-0000-000000000000}"/>
          </ac:spMkLst>
        </pc:spChg>
        <pc:spChg chg="del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405"/>
            <ac:spMk id="103" creationId="{00000000-0000-0000-0000-000000000000}"/>
          </ac:spMkLst>
        </pc:spChg>
        <pc:spChg chg="del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405"/>
            <ac:spMk id="107" creationId="{00000000-0000-0000-0000-000000000000}"/>
          </ac:spMkLst>
        </pc:spChg>
        <pc:spChg chg="del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405"/>
            <ac:spMk id="108" creationId="{00000000-0000-0000-0000-000000000000}"/>
          </ac:spMkLst>
        </pc:spChg>
        <pc:spChg chg="del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405"/>
            <ac:spMk id="110" creationId="{00000000-0000-0000-0000-000000000000}"/>
          </ac:spMkLst>
        </pc:spChg>
        <pc:spChg chg="del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405"/>
            <ac:spMk id="122" creationId="{00000000-0000-0000-0000-000000000000}"/>
          </ac:spMkLst>
        </pc:spChg>
        <pc:spChg chg="add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405"/>
            <ac:spMk id="201" creationId="{00000000-0000-0000-0000-000000000000}"/>
          </ac:spMkLst>
        </pc:spChg>
        <pc:spChg chg="add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405"/>
            <ac:spMk id="208" creationId="{00000000-0000-0000-0000-000000000000}"/>
          </ac:spMkLst>
        </pc:spChg>
        <pc:spChg chg="add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405"/>
            <ac:spMk id="212" creationId="{00000000-0000-0000-0000-000000000000}"/>
          </ac:spMkLst>
        </pc:spChg>
        <pc:spChg chg="add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405"/>
            <ac:spMk id="218" creationId="{00000000-0000-0000-0000-000000000000}"/>
          </ac:spMkLst>
        </pc:spChg>
      </pc:sldChg>
      <pc:sldChg chg="del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406"/>
        </pc:sldMkLst>
      </pc:sldChg>
      <pc:sldChg chg="del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407"/>
        </pc:sldMkLst>
      </pc:sldChg>
      <pc:sldChg chg="modSp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408"/>
        </pc:sldMkLst>
        <pc:spChg chg="mod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408"/>
            <ac:spMk id="2" creationId="{00000000-0000-0000-0000-000000000000}"/>
          </ac:spMkLst>
        </pc:spChg>
        <pc:spChg chg="mod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408"/>
            <ac:spMk id="4" creationId="{00000000-0000-0000-0000-000000000000}"/>
          </ac:spMkLst>
        </pc:spChg>
        <pc:spChg chg="mod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408"/>
            <ac:spMk id="7" creationId="{00000000-0000-0000-0000-000000000000}"/>
          </ac:spMkLst>
        </pc:spChg>
        <pc:spChg chg="mod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408"/>
            <ac:spMk id="8" creationId="{00000000-0000-0000-0000-000000000000}"/>
          </ac:spMkLst>
        </pc:spChg>
        <pc:spChg chg="mod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408"/>
            <ac:spMk id="9" creationId="{00000000-0000-0000-0000-000000000000}"/>
          </ac:spMkLst>
        </pc:spChg>
        <pc:spChg chg="mod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408"/>
            <ac:spMk id="10" creationId="{00000000-0000-0000-0000-000000000000}"/>
          </ac:spMkLst>
        </pc:spChg>
      </pc:sldChg>
      <pc:sldChg chg="del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409"/>
        </pc:sldMkLst>
      </pc:sldChg>
      <pc:sldChg chg="modSp ord">
        <pc:chgData name="Amr Ayman Essawy Abd El Rhman" userId="S::amr_abdelrhman@rayacorp.com::4f343fd9-c01d-4909-828e-d785b0c440c9" providerId="AD" clId="Web-{3B81CD48-2ADC-492A-EE18-93125EDCEDC9}" dt="2026-07-08T13:31:15.854" v="0"/>
        <pc:sldMkLst>
          <pc:docMk/>
          <pc:sldMk cId="0" sldId="419"/>
        </pc:sldMkLst>
        <pc:spChg chg="mod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419"/>
            <ac:spMk id="2" creationId="{00000000-0000-0000-0000-000000000000}"/>
          </ac:spMkLst>
        </pc:spChg>
        <pc:spChg chg="mod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419"/>
            <ac:spMk id="4" creationId="{00000000-0000-0000-0000-000000000000}"/>
          </ac:spMkLst>
        </pc:spChg>
        <pc:spChg chg="mod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419"/>
            <ac:spMk id="7" creationId="{00000000-0000-0000-0000-000000000000}"/>
          </ac:spMkLst>
        </pc:spChg>
        <pc:spChg chg="mod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419"/>
            <ac:spMk id="8" creationId="{00000000-0000-0000-0000-000000000000}"/>
          </ac:spMkLst>
        </pc:spChg>
        <pc:spChg chg="mod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419"/>
            <ac:spMk id="9" creationId="{00000000-0000-0000-0000-000000000000}"/>
          </ac:spMkLst>
        </pc:spChg>
        <pc:spChg chg="mod">
          <ac:chgData name="Amr Ayman Essawy Abd El Rhman" userId="S::amr_abdelrhman@rayacorp.com::4f343fd9-c01d-4909-828e-d785b0c440c9" providerId="AD" clId="Web-{3B81CD48-2ADC-492A-EE18-93125EDCEDC9}" dt="2026-07-08T13:31:15.854" v="0"/>
          <ac:spMkLst>
            <pc:docMk/>
            <pc:sldMk cId="0" sldId="419"/>
            <ac:spMk id="10" creationId="{00000000-0000-0000-0000-000000000000}"/>
          </ac:spMkLst>
        </pc:spChg>
      </pc:sldChg>
      <pc:sldChg chg="modSp add mod replId setBg">
        <pc:chgData name="Amr Ayman Essawy Abd El Rhman" userId="S::amr_abdelrhman@rayacorp.com::4f343fd9-c01d-4909-828e-d785b0c440c9" providerId="AD" clId="Web-{3B81CD48-2ADC-492A-EE18-93125EDCEDC9}" dt="2026-07-08T13:37:01.535" v="19"/>
        <pc:sldMkLst>
          <pc:docMk/>
          <pc:sldMk cId="611643610" sldId="420"/>
        </pc:sldMkLst>
        <pc:picChg chg="mod">
          <ac:chgData name="Amr Ayman Essawy Abd El Rhman" userId="S::amr_abdelrhman@rayacorp.com::4f343fd9-c01d-4909-828e-d785b0c440c9" providerId="AD" clId="Web-{3B81CD48-2ADC-492A-EE18-93125EDCEDC9}" dt="2026-07-08T13:37:01.535" v="19"/>
          <ac:picMkLst>
            <pc:docMk/>
            <pc:sldMk cId="611643610" sldId="420"/>
            <ac:picMk id="2" creationId="{D42057D4-B7C7-851C-8863-7AF1E02FD786}"/>
          </ac:picMkLst>
        </pc:picChg>
        <pc:picChg chg="ord">
          <ac:chgData name="Amr Ayman Essawy Abd El Rhman" userId="S::amr_abdelrhman@rayacorp.com::4f343fd9-c01d-4909-828e-d785b0c440c9" providerId="AD" clId="Web-{3B81CD48-2ADC-492A-EE18-93125EDCEDC9}" dt="2026-07-08T13:37:01.535" v="19"/>
          <ac:picMkLst>
            <pc:docMk/>
            <pc:sldMk cId="611643610" sldId="420"/>
            <ac:picMk id="900" creationId="{CACAC281-B133-8110-719F-4C30A5FCDED5}"/>
          </ac:picMkLst>
        </pc:picChg>
      </pc:sldChg>
      <pc:sldChg chg="modSp add del mod ord replId setBg">
        <pc:chgData name="Amr Ayman Essawy Abd El Rhman" userId="S::amr_abdelrhman@rayacorp.com::4f343fd9-c01d-4909-828e-d785b0c440c9" providerId="AD" clId="Web-{3B81CD48-2ADC-492A-EE18-93125EDCEDC9}" dt="2026-07-08T13:38:15.927" v="27"/>
        <pc:sldMkLst>
          <pc:docMk/>
          <pc:sldMk cId="24062144" sldId="421"/>
        </pc:sldMkLst>
        <pc:picChg chg="mod">
          <ac:chgData name="Amr Ayman Essawy Abd El Rhman" userId="S::amr_abdelrhman@rayacorp.com::4f343fd9-c01d-4909-828e-d785b0c440c9" providerId="AD" clId="Web-{3B81CD48-2ADC-492A-EE18-93125EDCEDC9}" dt="2026-07-08T13:38:15.927" v="27"/>
          <ac:picMkLst>
            <pc:docMk/>
            <pc:sldMk cId="24062144" sldId="421"/>
            <ac:picMk id="2" creationId="{F8733389-372E-E7F0-0F93-C2976A83E81A}"/>
          </ac:picMkLst>
        </pc:picChg>
        <pc:picChg chg="ord">
          <ac:chgData name="Amr Ayman Essawy Abd El Rhman" userId="S::amr_abdelrhman@rayacorp.com::4f343fd9-c01d-4909-828e-d785b0c440c9" providerId="AD" clId="Web-{3B81CD48-2ADC-492A-EE18-93125EDCEDC9}" dt="2026-07-08T13:38:15.927" v="27"/>
          <ac:picMkLst>
            <pc:docMk/>
            <pc:sldMk cId="24062144" sldId="421"/>
            <ac:picMk id="900" creationId="{BDDE616F-DEE3-1E65-2987-28134F7A27A6}"/>
          </ac:picMkLst>
        </pc:picChg>
      </pc:sldChg>
    </pc:docChg>
  </pc:docChgLst>
  <pc:docChgLst>
    <pc:chgData name="Amr Ayman Essawy Abd El Rhman" userId="S::amr_abdelrhman@rayacorp.com::4f343fd9-c01d-4909-828e-d785b0c440c9" providerId="AD" clId="Web-{AB33AE15-EED0-978B-6F94-87FEEE45C3A2}"/>
    <pc:docChg chg="addSld modSld sldOrd">
      <pc:chgData name="Amr Ayman Essawy Abd El Rhman" userId="S::amr_abdelrhman@rayacorp.com::4f343fd9-c01d-4909-828e-d785b0c440c9" providerId="AD" clId="Web-{AB33AE15-EED0-978B-6F94-87FEEE45C3A2}" dt="2026-07-08T13:56:07.685" v="4"/>
      <pc:docMkLst>
        <pc:docMk/>
      </pc:docMkLst>
      <pc:sldChg chg="modSp add ord">
        <pc:chgData name="Amr Ayman Essawy Abd El Rhman" userId="S::amr_abdelrhman@rayacorp.com::4f343fd9-c01d-4909-828e-d785b0c440c9" providerId="AD" clId="Web-{AB33AE15-EED0-978B-6F94-87FEEE45C3A2}" dt="2026-07-08T13:56:07.685" v="4"/>
        <pc:sldMkLst>
          <pc:docMk/>
          <pc:sldMk cId="0" sldId="422"/>
        </pc:sldMkLst>
        <pc:spChg chg="mod">
          <ac:chgData name="Amr Ayman Essawy Abd El Rhman" userId="S::amr_abdelrhman@rayacorp.com::4f343fd9-c01d-4909-828e-d785b0c440c9" providerId="AD" clId="Web-{AB33AE15-EED0-978B-6F94-87FEEE45C3A2}" dt="2026-07-08T13:55:36.104" v="3" actId="20577"/>
          <ac:spMkLst>
            <pc:docMk/>
            <pc:sldMk cId="0" sldId="422"/>
            <ac:spMk id="4" creationId="{00000000-0000-0000-0000-000000000000}"/>
          </ac:spMkLst>
        </pc:spChg>
      </pc:sldChg>
    </pc:docChg>
  </pc:docChgLst>
  <pc:docChgLst>
    <pc:chgData name="Amr Ayman Essawy Abd El Rhman" userId="S::amr_abdelrhman@rayacorp.com::4f343fd9-c01d-4909-828e-d785b0c440c9" providerId="AD" clId="Web-{7CBF092E-BF71-E944-2652-9A3017191385}"/>
    <pc:docChg chg="modSld">
      <pc:chgData name="Amr Ayman Essawy Abd El Rhman" userId="S::amr_abdelrhman@rayacorp.com::4f343fd9-c01d-4909-828e-d785b0c440c9" providerId="AD" clId="Web-{7CBF092E-BF71-E944-2652-9A3017191385}" dt="2026-07-05T06:06:52.464" v="38" actId="20577"/>
      <pc:docMkLst>
        <pc:docMk/>
      </pc:docMkLst>
      <pc:sldChg chg="modSp">
        <pc:chgData name="Amr Ayman Essawy Abd El Rhman" userId="S::amr_abdelrhman@rayacorp.com::4f343fd9-c01d-4909-828e-d785b0c440c9" providerId="AD" clId="Web-{7CBF092E-BF71-E944-2652-9A3017191385}" dt="2026-07-05T06:06:52.464" v="38" actId="20577"/>
        <pc:sldMkLst>
          <pc:docMk/>
          <pc:sldMk cId="0" sldId="419"/>
        </pc:sldMkLst>
        <pc:spChg chg="mod">
          <ac:chgData name="Amr Ayman Essawy Abd El Rhman" userId="S::amr_abdelrhman@rayacorp.com::4f343fd9-c01d-4909-828e-d785b0c440c9" providerId="AD" clId="Web-{7CBF092E-BF71-E944-2652-9A3017191385}" dt="2026-07-05T06:06:52.464" v="38" actId="20577"/>
          <ac:spMkLst>
            <pc:docMk/>
            <pc:sldMk cId="0" sldId="419"/>
            <ac:spMk id="8" creationId="{00000000-0000-0000-0000-000000000000}"/>
          </ac:spMkLst>
        </pc:spChg>
      </pc:sldChg>
    </pc:docChg>
  </pc:docChgLst>
  <pc:docChgLst>
    <pc:chgData name="Amr Ayman Essawy Abd El Rhman" userId="S::amr_abdelrhman@rayacorp.com::4f343fd9-c01d-4909-828e-d785b0c440c9" providerId="AD" clId="Web-{B023F76A-2A1F-8CEF-FCFB-43AF658607BE}"/>
    <pc:docChg chg="addSld delSld modSld">
      <pc:chgData name="Amr Ayman Essawy Abd El Rhman" userId="S::amr_abdelrhman@rayacorp.com::4f343fd9-c01d-4909-828e-d785b0c440c9" providerId="AD" clId="Web-{B023F76A-2A1F-8CEF-FCFB-43AF658607BE}" dt="2026-07-05T06:03:57.088" v="13"/>
      <pc:docMkLst>
        <pc:docMk/>
      </pc:docMkLst>
      <pc:sldChg chg="add del">
        <pc:chgData name="Amr Ayman Essawy Abd El Rhman" userId="S::amr_abdelrhman@rayacorp.com::4f343fd9-c01d-4909-828e-d785b0c440c9" providerId="AD" clId="Web-{B023F76A-2A1F-8CEF-FCFB-43AF658607BE}" dt="2026-07-05T06:03:19.633" v="12"/>
        <pc:sldMkLst>
          <pc:docMk/>
          <pc:sldMk cId="0" sldId="41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>
          <a:extLst>
            <a:ext uri="{FF2B5EF4-FFF2-40B4-BE49-F238E27FC236}">
              <a16:creationId xmlns:a16="http://schemas.microsoft.com/office/drawing/2014/main" id="{01B8B27E-F25F-7C15-8081-4634179EB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4:notes">
            <a:extLst>
              <a:ext uri="{FF2B5EF4-FFF2-40B4-BE49-F238E27FC236}">
                <a16:creationId xmlns:a16="http://schemas.microsoft.com/office/drawing/2014/main" id="{D4AE1389-4CA4-0A91-48CE-FE6EE1F88D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Data Scraping — </a:t>
            </a:r>
            <a:r>
              <a:rPr lang="en-US" sz="1200"/>
              <a:t>use the Data Scraping wizard to pull structured course details from Udemy’s dynamic results, handling pagination for stable extraction.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DataTable operations — </a:t>
            </a:r>
            <a:r>
              <a:rPr lang="en-US" sz="1200"/>
              <a:t>store scraped rows in a DataTable, then filter and sort with Select/LINQ and iterate with For Each Row.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State &amp; modularity — </a:t>
            </a:r>
            <a:r>
              <a:rPr lang="en-US" sz="1200"/>
              <a:t>scope variables tightly and reset state before each search loop; keep each Invoke Workflow single-purpose with clear In/Out arguments.</a:t>
            </a:r>
          </a:p>
        </p:txBody>
      </p:sp>
      <p:sp>
        <p:nvSpPr>
          <p:cNvPr id="619" name="Google Shape;619;p34:notes">
            <a:extLst>
              <a:ext uri="{FF2B5EF4-FFF2-40B4-BE49-F238E27FC236}">
                <a16:creationId xmlns:a16="http://schemas.microsoft.com/office/drawing/2014/main" id="{B4413614-8E21-C5F0-EF89-1C13763AB6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08541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Notes Shapes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Flowchart — </a:t>
            </a:r>
            <a:r>
              <a:rPr lang="en-US" sz="1200"/>
              <a:t>a free-form 2D canvas where activities are joined by connectors and can branch in several directions or loop back.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Key activities — </a:t>
            </a:r>
            <a:r>
              <a:rPr lang="en-US" sz="1200"/>
              <a:t>Flow Decision routes a single True/False condition; Flow Switch routes many cases from one expression. Drag connectors out from the Start node.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When to use — </a:t>
            </a:r>
            <a:r>
              <a:rPr lang="en-US" sz="1200"/>
              <a:t>decision-heavy processes with several possible outcomes from one point. Demo: from the “Courses found?” check, route to retrieve course data or loop back to search.</a:t>
            </a:r>
          </a:p>
        </p:txBody>
      </p:sp>
      <p:sp>
        <p:nvSpPr>
          <p:cNvPr id="3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Data Scraping — </a:t>
            </a:r>
            <a:r>
              <a:rPr lang="en-US" sz="1200"/>
              <a:t>use the Data Scraping wizard to pull structured course details from Udemy’s dynamic results, handling pagination for stable extraction.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DataTable operations — </a:t>
            </a:r>
            <a:r>
              <a:rPr lang="en-US" sz="1200"/>
              <a:t>store scraped rows in a DataTable, then filter and sort with Select/LINQ and iterate with For Each Row.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State &amp; modularity — </a:t>
            </a:r>
            <a:r>
              <a:rPr lang="en-US" sz="1200"/>
              <a:t>scope variables tightly and reset state before each search loop; keep each Invoke Workflow single-purpose with clear In/Out arguments.</a:t>
            </a:r>
          </a:p>
        </p:txBody>
      </p:sp>
      <p:sp>
        <p:nvSpPr>
          <p:cNvPr id="619" name="Google Shape;61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>
          <a:extLst>
            <a:ext uri="{FF2B5EF4-FFF2-40B4-BE49-F238E27FC236}">
              <a16:creationId xmlns:a16="http://schemas.microsoft.com/office/drawing/2014/main" id="{BA5E6864-2B86-00AA-F8D0-C207FCF07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4:notes">
            <a:extLst>
              <a:ext uri="{FF2B5EF4-FFF2-40B4-BE49-F238E27FC236}">
                <a16:creationId xmlns:a16="http://schemas.microsoft.com/office/drawing/2014/main" id="{3900E911-D8F7-E1BA-CED8-375AD814CD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Data Scraping — </a:t>
            </a:r>
            <a:r>
              <a:rPr lang="en-US" sz="1200"/>
              <a:t>use the Data Scraping wizard to pull structured course details from Udemy’s dynamic results, handling pagination for stable extraction.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DataTable operations — </a:t>
            </a:r>
            <a:r>
              <a:rPr lang="en-US" sz="1200"/>
              <a:t>store scraped rows in a DataTable, then filter and sort with Select/LINQ and iterate with For Each Row.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State &amp; modularity — </a:t>
            </a:r>
            <a:r>
              <a:rPr lang="en-US" sz="1200"/>
              <a:t>scope variables tightly and reset state before each search loop; keep each Invoke Workflow single-purpose with clear In/Out arguments.</a:t>
            </a:r>
          </a:p>
        </p:txBody>
      </p:sp>
      <p:sp>
        <p:nvSpPr>
          <p:cNvPr id="619" name="Google Shape;619;p34:notes">
            <a:extLst>
              <a:ext uri="{FF2B5EF4-FFF2-40B4-BE49-F238E27FC236}">
                <a16:creationId xmlns:a16="http://schemas.microsoft.com/office/drawing/2014/main" id="{F609F23A-C6C0-B25E-6AA6-FA5102DB10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5437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20">
          <a:extLst>
            <a:ext uri="{FF2B5EF4-FFF2-40B4-BE49-F238E27FC236}">
              <a16:creationId xmlns:a16="http://schemas.microsoft.com/office/drawing/2014/main" id="{1B99D991-098D-26A3-32F7-EBDACFD47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8733389-372E-E7F0-0F93-C2976A83E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466" y="643466"/>
            <a:ext cx="5571067" cy="5571067"/>
          </a:xfrm>
          <a:prstGeom prst="rect">
            <a:avLst/>
          </a:prstGeom>
        </p:spPr>
      </p:pic>
      <p:pic>
        <p:nvPicPr>
          <p:cNvPr id="900" name="RAYA Logo">
            <a:extLst>
              <a:ext uri="{FF2B5EF4-FFF2-40B4-BE49-F238E27FC236}">
                <a16:creationId xmlns:a16="http://schemas.microsoft.com/office/drawing/2014/main" id="{BDDE616F-DEE3-1E65-2987-28134F7A27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/>
        </p:nvSpPr>
        <p:spPr>
          <a:xfrm>
            <a:off x="295275" y="2531075"/>
            <a:ext cx="11601450" cy="62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u="none" strike="noStrike" cap="none">
                <a:solidFill>
                  <a:srgbClr val="1F3864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Extract Udemy Courses Information — RPA Project</a:t>
            </a:r>
          </a:p>
        </p:txBody>
      </p:sp>
      <p:sp>
        <p:nvSpPr>
          <p:cNvPr id="87" name="Google Shape;87;p13"/>
          <p:cNvSpPr txBox="1"/>
          <p:nvPr/>
        </p:nvSpPr>
        <p:spPr>
          <a:xfrm>
            <a:off x="1812471" y="3330708"/>
            <a:ext cx="8572500" cy="60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Project Requirements, As-Is Process, and Implementation Steps</a:t>
            </a:r>
          </a:p>
          <a:p>
            <a:pPr marL="0" marR="0" lvl="0" indent="0" algn="ctr" rtl="0">
              <a:lnSpc>
                <a:spcPct val="128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F386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Audience: RPA Trainees / Interns</a:t>
            </a:r>
          </a:p>
        </p:txBody>
      </p:sp>
      <p:sp>
        <p:nvSpPr>
          <p:cNvPr id="901" name="Accent Bar"/>
          <p:cNvSpPr/>
          <p:nvPr/>
        </p:nvSpPr>
        <p:spPr>
          <a:xfrm>
            <a:off x="5396000" y="3231075"/>
            <a:ext cx="1400000" cy="5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0" name="RAY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yllabus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571500" y="571500"/>
            <a:ext cx="11048999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en-US" sz="255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Project Overview &amp; Objectives</a:t>
            </a:r>
          </a:p>
        </p:txBody>
      </p:sp>
      <p:sp>
        <p:nvSpPr>
          <p:cNvPr id="11" name="Accent Bar"/>
          <p:cNvSpPr/>
          <p:nvPr/>
        </p:nvSpPr>
        <p:spPr>
          <a:xfrm>
            <a:off x="571500" y="1131500"/>
            <a:ext cx="1400000" cy="5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Subtitle"/>
          <p:cNvSpPr txBox="1"/>
          <p:nvPr/>
        </p:nvSpPr>
        <p:spPr>
          <a:xfrm>
            <a:off x="571500" y="1320000"/>
            <a:ext cx="11048999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/>
          <a:lstStyle/>
          <a:p>
            <a:pPr marL="0" indent="0" algn="l">
              <a:buNone/>
            </a:pPr>
            <a:r>
              <a:rPr lang="en-US" sz="1450" b="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Objective: Automate Udemy course extraction from dynamic search queries — key learning outcomes for trainees:</a:t>
            </a:r>
          </a:p>
        </p:txBody>
      </p:sp>
      <p:sp>
        <p:nvSpPr>
          <p:cNvPr id="20" name="Badge1"/>
          <p:cNvSpPr/>
          <p:nvPr/>
        </p:nvSpPr>
        <p:spPr>
          <a:xfrm>
            <a:off x="620000" y="1800000"/>
            <a:ext cx="620000" cy="6200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000" b="1">
                <a:solidFill>
                  <a:srgbClr val="FFFFFF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1</a:t>
            </a:r>
          </a:p>
        </p:txBody>
      </p:sp>
      <p:sp>
        <p:nvSpPr>
          <p:cNvPr id="21" name="Name1"/>
          <p:cNvSpPr txBox="1"/>
          <p:nvPr/>
        </p:nvSpPr>
        <p:spPr>
          <a:xfrm>
            <a:off x="1420000" y="1840000"/>
            <a:ext cx="102000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/>
          <a:lstStyle/>
          <a:p>
            <a:pPr marL="0" indent="0" algn="l">
              <a:buNone/>
            </a:pPr>
            <a:r>
              <a:rPr lang="en-US" sz="1650" b="1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Web UI Automation (Microsoft Edge)</a:t>
            </a:r>
          </a:p>
        </p:txBody>
      </p:sp>
      <p:sp>
        <p:nvSpPr>
          <p:cNvPr id="22" name="Desc1"/>
          <p:cNvSpPr txBox="1"/>
          <p:nvPr/>
        </p:nvSpPr>
        <p:spPr>
          <a:xfrm>
            <a:off x="1420000" y="2190000"/>
            <a:ext cx="102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/>
          <a:lstStyle/>
          <a:p>
            <a:pPr marL="0" indent="0" algn="l">
              <a:buNone/>
            </a:pPr>
            <a:r>
              <a:rPr lang="en-US" sz="1400" b="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Launch and drive the Edge browser to navigate, search, and interact with the Udemy web interface.</a:t>
            </a:r>
          </a:p>
        </p:txBody>
      </p:sp>
      <p:sp>
        <p:nvSpPr>
          <p:cNvPr id="23" name="Badge2"/>
          <p:cNvSpPr/>
          <p:nvPr/>
        </p:nvSpPr>
        <p:spPr>
          <a:xfrm>
            <a:off x="620000" y="3400000"/>
            <a:ext cx="620000" cy="6200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000" b="1">
                <a:solidFill>
                  <a:srgbClr val="FFFFFF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3</a:t>
            </a:r>
          </a:p>
        </p:txBody>
      </p:sp>
      <p:sp>
        <p:nvSpPr>
          <p:cNvPr id="24" name="Name2"/>
          <p:cNvSpPr txBox="1"/>
          <p:nvPr/>
        </p:nvSpPr>
        <p:spPr>
          <a:xfrm>
            <a:off x="1420000" y="3440000"/>
            <a:ext cx="102000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/>
          <a:lstStyle/>
          <a:p>
            <a:pPr marL="0" indent="0" algn="l">
              <a:buNone/>
            </a:pPr>
            <a:r>
              <a:rPr lang="en-US" sz="1650" b="1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Data Scraping &amp; DataTable Manipulation</a:t>
            </a:r>
          </a:p>
        </p:txBody>
      </p:sp>
      <p:sp>
        <p:nvSpPr>
          <p:cNvPr id="25" name="Desc2"/>
          <p:cNvSpPr txBox="1"/>
          <p:nvPr/>
        </p:nvSpPr>
        <p:spPr>
          <a:xfrm>
            <a:off x="1420000" y="3790000"/>
            <a:ext cx="102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/>
          <a:lstStyle/>
          <a:p>
            <a:pPr marL="0" indent="0" algn="l">
              <a:buNone/>
            </a:pPr>
            <a:r>
              <a:rPr lang="en-US" sz="1400" b="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Extract structured course results from the page and process them within DataTables.</a:t>
            </a:r>
          </a:p>
        </p:txBody>
      </p:sp>
      <p:sp>
        <p:nvSpPr>
          <p:cNvPr id="26" name="Badge3"/>
          <p:cNvSpPr/>
          <p:nvPr/>
        </p:nvSpPr>
        <p:spPr>
          <a:xfrm>
            <a:off x="620000" y="4200000"/>
            <a:ext cx="620000" cy="6200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000" b="1">
                <a:solidFill>
                  <a:srgbClr val="FFFFFF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4</a:t>
            </a:r>
          </a:p>
        </p:txBody>
      </p:sp>
      <p:sp>
        <p:nvSpPr>
          <p:cNvPr id="27" name="Name3"/>
          <p:cNvSpPr txBox="1"/>
          <p:nvPr/>
        </p:nvSpPr>
        <p:spPr>
          <a:xfrm>
            <a:off x="1420000" y="4240000"/>
            <a:ext cx="102000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/>
          <a:lstStyle/>
          <a:p>
            <a:pPr marL="0" indent="0" algn="l">
              <a:buNone/>
            </a:pPr>
            <a:r>
              <a:rPr lang="en-US" sz="1650" b="1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Control Flow Implementation</a:t>
            </a:r>
          </a:p>
        </p:txBody>
      </p:sp>
      <p:sp>
        <p:nvSpPr>
          <p:cNvPr id="28" name="Desc3"/>
          <p:cNvSpPr txBox="1"/>
          <p:nvPr/>
        </p:nvSpPr>
        <p:spPr>
          <a:xfrm>
            <a:off x="1420000" y="4590000"/>
            <a:ext cx="102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/>
          <a:lstStyle/>
          <a:p>
            <a:pPr marL="0" indent="0" algn="l">
              <a:buNone/>
            </a:pPr>
            <a:r>
              <a:rPr lang="en-US" sz="1400" b="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Build robot logic using Flowcharts, Flow Decisions, and Do-While loops.</a:t>
            </a:r>
          </a:p>
        </p:txBody>
      </p:sp>
      <p:sp>
        <p:nvSpPr>
          <p:cNvPr id="29" name="Badge4"/>
          <p:cNvSpPr/>
          <p:nvPr/>
        </p:nvSpPr>
        <p:spPr>
          <a:xfrm>
            <a:off x="620000" y="5000000"/>
            <a:ext cx="620000" cy="6200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000" b="1">
                <a:solidFill>
                  <a:srgbClr val="FFFFFF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5</a:t>
            </a:r>
          </a:p>
        </p:txBody>
      </p:sp>
      <p:sp>
        <p:nvSpPr>
          <p:cNvPr id="30" name="Name4"/>
          <p:cNvSpPr txBox="1"/>
          <p:nvPr/>
        </p:nvSpPr>
        <p:spPr>
          <a:xfrm>
            <a:off x="1420000" y="5040000"/>
            <a:ext cx="102000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/>
          <a:lstStyle/>
          <a:p>
            <a:pPr marL="0" indent="0" algn="l">
              <a:buNone/>
            </a:pPr>
            <a:r>
              <a:rPr lang="en-US" sz="1650" b="1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Workflow Modularity</a:t>
            </a:r>
          </a:p>
        </p:txBody>
      </p:sp>
      <p:sp>
        <p:nvSpPr>
          <p:cNvPr id="31" name="Desc4"/>
          <p:cNvSpPr txBox="1"/>
          <p:nvPr/>
        </p:nvSpPr>
        <p:spPr>
          <a:xfrm>
            <a:off x="1420000" y="5390000"/>
            <a:ext cx="102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/>
          <a:lstStyle/>
          <a:p>
            <a:pPr marL="0" indent="0" algn="l">
              <a:buNone/>
            </a:pPr>
            <a:r>
              <a:rPr lang="en-US" sz="1400" b="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Invoke separate, focused workflows and pass data between them using Arguments.</a:t>
            </a:r>
          </a:p>
        </p:txBody>
      </p:sp>
      <p:sp>
        <p:nvSpPr>
          <p:cNvPr id="200" name="BadgeNew"/>
          <p:cNvSpPr/>
          <p:nvPr/>
        </p:nvSpPr>
        <p:spPr>
          <a:xfrm>
            <a:off x="620000" y="2600000"/>
            <a:ext cx="620000" cy="6200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000" b="1">
                <a:solidFill>
                  <a:srgbClr val="FFFFFF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2</a:t>
            </a:r>
          </a:p>
        </p:txBody>
      </p:sp>
      <p:sp>
        <p:nvSpPr>
          <p:cNvPr id="201" name="NameNew"/>
          <p:cNvSpPr txBox="1"/>
          <p:nvPr/>
        </p:nvSpPr>
        <p:spPr>
          <a:xfrm>
            <a:off x="1420000" y="2640000"/>
            <a:ext cx="102000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/>
          <a:lstStyle/>
          <a:p>
            <a:pPr marL="0" indent="0" algn="l">
              <a:buNone/>
            </a:pPr>
            <a:r>
              <a:rPr lang="en-US" sz="1650" b="1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Desktop Automation (Notepad)</a:t>
            </a:r>
          </a:p>
        </p:txBody>
      </p:sp>
      <p:sp>
        <p:nvSpPr>
          <p:cNvPr id="202" name="DescNew"/>
          <p:cNvSpPr txBox="1"/>
          <p:nvPr/>
        </p:nvSpPr>
        <p:spPr>
          <a:xfrm>
            <a:off x="1420000" y="2990000"/>
            <a:ext cx="102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/>
          <a:lstStyle/>
          <a:p>
            <a:pPr marL="0" indent="0" algn="l">
              <a:buNone/>
            </a:pPr>
            <a:r>
              <a:rPr lang="en-US" sz="1400" b="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Interact with the Notepad desktop application to write out and save the extracted course data.</a:t>
            </a:r>
          </a:p>
        </p:txBody>
      </p:sp>
      <p:pic>
        <p:nvPicPr>
          <p:cNvPr id="900" name="RAY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4" name="Google Shape;244;p23"/>
          <p:cNvGraphicFramePr/>
          <p:nvPr>
            <p:extLst>
              <p:ext uri="{D42A27DB-BD31-4B8C-83A1-F6EECF244321}">
                <p14:modId xmlns:p14="http://schemas.microsoft.com/office/powerpoint/2010/main" val="350910428"/>
              </p:ext>
            </p:extLst>
          </p:nvPr>
        </p:nvGraphicFramePr>
        <p:xfrm>
          <a:off x="571500" y="1500000"/>
          <a:ext cx="11048975" cy="3721000"/>
        </p:xfrm>
        <a:graphic>
          <a:graphicData uri="http://schemas.openxmlformats.org/drawingml/2006/table">
            <a:tbl>
              <a:tblPr firstRow="1" bandRow="1">
                <a:noFill/>
                <a:tableStyleId>{7552F254-C8C9-4A3A-BF54-483A6EC616C2}</a:tableStyleId>
              </a:tblPr>
              <a:tblGrid>
                <a:gridCol w="2900000">
                  <a:extLst>
                    <a:ext uri="{9D8B030D-6E8A-4147-A177-3AD203B41FA5}">
                      <a16:colId xmlns:a16="http://schemas.microsoft.com/office/drawing/2014/main" val="30000"/>
                    </a:ext>
                  </a:extLst>
                </a:gridCol>
                <a:gridCol w="8148975">
                  <a:extLst>
                    <a:ext uri="{9D8B030D-6E8A-4147-A177-3AD203B41FA5}">
                      <a16:colId xmlns:a16="http://schemas.microsoft.com/office/drawing/2014/main" val="30001"/>
                    </a:ext>
                  </a:extLst>
                </a:gridCol>
              </a:tblGrid>
              <a:tr h="465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1E293B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Requirement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1E293B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Description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1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Launch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The robot launches Microsoft Edge and navigates to https://www.udemy.com.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1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Search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Prompt the user to enter a search query for a desired course.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1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Validation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Check whether courses exist for the query; if none, inform the user.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1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Extraction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Retrieve Course Title, Price, and Rating for the top N courses (default N = 3).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1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Data Processing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Identify and display the courses with the least price among the extracted data.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1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Reporting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Open Notepad and save the extracted course data into a text file.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5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1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Loop / Exit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Ask the user to run another search or exit, closing applications gracefully.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65" name="Google Shape;265;p23"/>
          <p:cNvSpPr txBox="1"/>
          <p:nvPr/>
        </p:nvSpPr>
        <p:spPr>
          <a:xfrm>
            <a:off x="571500" y="571500"/>
            <a:ext cx="1160145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Business Requirements</a:t>
            </a:r>
          </a:p>
        </p:txBody>
      </p:sp>
      <p:sp>
        <p:nvSpPr>
          <p:cNvPr id="901" name="Accent Bar"/>
          <p:cNvSpPr/>
          <p:nvPr/>
        </p:nvSpPr>
        <p:spPr>
          <a:xfrm>
            <a:off x="571500" y="1131500"/>
            <a:ext cx="1400000" cy="5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0" name="RAY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71500" y="520000"/>
            <a:ext cx="9600000" cy="5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00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“As-Is” Process Flow (Manual) </a:t>
            </a:r>
          </a:p>
        </p:txBody>
      </p:sp>
      <p:sp>
        <p:nvSpPr>
          <p:cNvPr id="3" name="Accent Bar"/>
          <p:cNvSpPr/>
          <p:nvPr/>
        </p:nvSpPr>
        <p:spPr>
          <a:xfrm>
            <a:off x="571500" y="1120000"/>
            <a:ext cx="1400000" cy="5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ubtitle"/>
          <p:cNvSpPr txBox="1"/>
          <p:nvPr/>
        </p:nvSpPr>
        <p:spPr>
          <a:xfrm>
            <a:off x="571500" y="1184687"/>
            <a:ext cx="11049000" cy="509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Today's workflow: </a:t>
            </a:r>
            <a:r>
              <a:rPr lang="en-US" sz="160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how trainees research and record Udemy course data today, entirely by hand.</a:t>
            </a:r>
            <a:endParaRPr lang="en-US" sz="1600" b="0" i="0" u="none" strike="noStrike" cap="none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</a:endParaRPr>
          </a:p>
        </p:txBody>
      </p:sp>
      <p:sp>
        <p:nvSpPr>
          <p:cNvPr id="5" name="Left Panel"/>
          <p:cNvSpPr/>
          <p:nvPr/>
        </p:nvSpPr>
        <p:spPr>
          <a:xfrm>
            <a:off x="571500" y="1990000"/>
            <a:ext cx="5230000" cy="4360000"/>
          </a:xfrm>
          <a:prstGeom prst="roundRect">
            <a:avLst>
              <a:gd name="adj" fmla="val 4000"/>
            </a:avLst>
          </a:prstGeom>
          <a:solidFill>
            <a:srgbClr val="F2F5FB"/>
          </a:solidFill>
          <a:ln w="9525">
            <a:solidFill>
              <a:srgbClr val="DBE3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ight Panel"/>
          <p:cNvSpPr/>
          <p:nvPr/>
        </p:nvSpPr>
        <p:spPr>
          <a:xfrm>
            <a:off x="6090500" y="1990000"/>
            <a:ext cx="5530000" cy="4360000"/>
          </a:xfrm>
          <a:prstGeom prst="roundRect">
            <a:avLst>
              <a:gd name="adj" fmla="val 4000"/>
            </a:avLst>
          </a:prstGeom>
          <a:solidFill>
            <a:srgbClr val="F2F5FB"/>
          </a:solidFill>
          <a:ln w="9525">
            <a:solidFill>
              <a:srgbClr val="DBE3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Left Header"/>
          <p:cNvSpPr txBox="1"/>
          <p:nvPr/>
        </p:nvSpPr>
        <p:spPr>
          <a:xfrm>
            <a:off x="871500" y="2200000"/>
            <a:ext cx="463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Manual Process Steps</a:t>
            </a:r>
          </a:p>
        </p:txBody>
      </p:sp>
      <p:sp>
        <p:nvSpPr>
          <p:cNvPr id="8" name="Left Steps"/>
          <p:cNvSpPr txBox="1"/>
          <p:nvPr/>
        </p:nvSpPr>
        <p:spPr>
          <a:xfrm>
            <a:off x="871500" y="2740000"/>
            <a:ext cx="4630000" cy="3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00050" indent="-400050">
              <a:lnSpc>
                <a:spcPct val="112000"/>
              </a:lnSpc>
              <a:spcAft>
                <a:spcPts val="700"/>
              </a:spcAft>
              <a:buClr>
                <a:srgbClr val="4472C4"/>
              </a:buClr>
              <a:buFont typeface="Lato" panose="020F0502020204030203"/>
              <a:buAutoNum type="arabicPeriod"/>
            </a:pPr>
            <a:r>
              <a:rPr lang="en-US" sz="1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</a:rPr>
              <a:t>Open a browser and navigate to Udemy.com.</a:t>
            </a:r>
          </a:p>
          <a:p>
            <a:pPr marL="400050" indent="-400050">
              <a:lnSpc>
                <a:spcPct val="112000"/>
              </a:lnSpc>
              <a:spcAft>
                <a:spcPts val="700"/>
              </a:spcAft>
              <a:buClr>
                <a:srgbClr val="4472C4"/>
              </a:buClr>
              <a:buFont typeface="Lato" panose="020F0502020204030203"/>
              <a:buAutoNum type="arabicPeriod"/>
            </a:pPr>
            <a:r>
              <a:rPr lang="en-US" sz="1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</a:rPr>
              <a:t>Type a topic into the search bar and press Enter.</a:t>
            </a:r>
          </a:p>
          <a:p>
            <a:pPr marL="400050" indent="-400050">
              <a:lnSpc>
                <a:spcPct val="112000"/>
              </a:lnSpc>
              <a:spcAft>
                <a:spcPts val="700"/>
              </a:spcAft>
              <a:buClr>
                <a:srgbClr val="4472C4"/>
              </a:buClr>
              <a:buFont typeface="Lato" panose="020F0502020204030203"/>
              <a:buAutoNum type="arabicPeriod"/>
            </a:pPr>
            <a:r>
              <a:rPr lang="en-US" sz="1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</a:rPr>
              <a:t>Visually scan the search results and compare prices.</a:t>
            </a:r>
          </a:p>
          <a:p>
            <a:pPr marL="400050" indent="-400050">
              <a:lnSpc>
                <a:spcPct val="112000"/>
              </a:lnSpc>
              <a:spcAft>
                <a:spcPts val="700"/>
              </a:spcAft>
              <a:buClr>
                <a:srgbClr val="4472C4"/>
              </a:buClr>
              <a:buFont typeface="Lato" panose="020F0502020204030203"/>
              <a:buAutoNum type="arabicPeriod"/>
            </a:pPr>
            <a:r>
              <a:rPr lang="en-US" sz="1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</a:rPr>
              <a:t>Copy the details (title, price, instructor) of the most relevant or cheapest courses.</a:t>
            </a:r>
          </a:p>
          <a:p>
            <a:pPr marL="400050" indent="-400050">
              <a:lnSpc>
                <a:spcPct val="112000"/>
              </a:lnSpc>
              <a:spcAft>
                <a:spcPts val="700"/>
              </a:spcAft>
              <a:buClr>
                <a:srgbClr val="4472C4"/>
              </a:buClr>
              <a:buFont typeface="Lato" panose="020F0502020204030203"/>
              <a:buAutoNum type="arabicPeriod"/>
            </a:pPr>
            <a:r>
              <a:rPr lang="en-US" sz="1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</a:rPr>
              <a:t>Open Notepad and paste the copied information.</a:t>
            </a:r>
          </a:p>
          <a:p>
            <a:pPr marL="400050" indent="-400050">
              <a:lnSpc>
                <a:spcPct val="112000"/>
              </a:lnSpc>
              <a:spcAft>
                <a:spcPts val="0"/>
              </a:spcAft>
              <a:buClr>
                <a:srgbClr val="4472C4"/>
              </a:buClr>
              <a:buFont typeface="Lato" panose="020F0502020204030203"/>
              <a:buAutoNum type="arabicPeriod"/>
            </a:pPr>
            <a:r>
              <a:rPr lang="en-US" sz="1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</a:rPr>
              <a:t>Repeat for other topics, or close the browser.</a:t>
            </a:r>
          </a:p>
        </p:txBody>
      </p:sp>
      <p:sp>
        <p:nvSpPr>
          <p:cNvPr id="9" name="Right Header"/>
          <p:cNvSpPr txBox="1"/>
          <p:nvPr/>
        </p:nvSpPr>
        <p:spPr>
          <a:xfrm>
            <a:off x="6390500" y="2200000"/>
            <a:ext cx="493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Pain Points</a:t>
            </a:r>
          </a:p>
        </p:txBody>
      </p:sp>
      <p:sp>
        <p:nvSpPr>
          <p:cNvPr id="10" name="Right Concepts"/>
          <p:cNvSpPr txBox="1"/>
          <p:nvPr/>
        </p:nvSpPr>
        <p:spPr>
          <a:xfrm>
            <a:off x="6390500" y="2660000"/>
            <a:ext cx="4930000" cy="3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0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Time-Consuming</a:t>
            </a: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11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Manually scanning and comparing course listings takes real effort for every single topic.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0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Highly Repetitive</a:t>
            </a: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11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The same search, copy, and paste steps are redone from scratch for each new query.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0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Prone to Errors</a:t>
            </a: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Hand copy-pasting titles and prices easily introduces mistakes and missed courses.</a:t>
            </a:r>
          </a:p>
        </p:txBody>
      </p:sp>
      <p:pic>
        <p:nvPicPr>
          <p:cNvPr id="11" name="RAY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s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/>
        </p:nvSpPr>
        <p:spPr>
          <a:xfrm>
            <a:off x="571500" y="571500"/>
            <a:ext cx="1102095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 rtl="0">
              <a:buNone/>
            </a:pPr>
            <a:r>
              <a:rPr lang="en-US" sz="2550" b="1" i="0" u="none" strike="noStrik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“To-Be” Automated Process (UiPath Architecture)</a:t>
            </a:r>
          </a:p>
        </p:txBody>
      </p:sp>
      <p:sp>
        <p:nvSpPr>
          <p:cNvPr id="102" name="Accent Bar"/>
          <p:cNvSpPr/>
          <p:nvPr/>
        </p:nvSpPr>
        <p:spPr>
          <a:xfrm>
            <a:off x="571500" y="1131500"/>
            <a:ext cx="1400000" cy="5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0" name="Intro"/>
          <p:cNvSpPr txBox="1"/>
          <p:nvPr/>
        </p:nvSpPr>
        <p:spPr>
          <a:xfrm>
            <a:off x="571500" y="1330000"/>
            <a:ext cx="1102095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/>
          <a:lstStyle/>
          <a:p>
            <a:pPr marL="0" indent="0" algn="l">
              <a:buNone/>
            </a:pPr>
            <a:r>
              <a:rPr lang="en-US" sz="1300" b="0">
                <a:solidFill>
                  <a:srgbClr val="475569"/>
                </a:solidFill>
                <a:latin typeface="Lato"/>
                <a:ea typeface="Lato"/>
                <a:cs typeface="Lato"/>
              </a:rPr>
              <a:t>A flowchart-driven architecture that manages modular, reusable sequences from launch to close.</a:t>
            </a:r>
          </a:p>
        </p:txBody>
      </p:sp>
      <p:sp>
        <p:nvSpPr>
          <p:cNvPr id="200" name="Node0"/>
          <p:cNvSpPr/>
          <p:nvPr/>
        </p:nvSpPr>
        <p:spPr>
          <a:xfrm>
            <a:off x="2600000" y="1700000"/>
            <a:ext cx="5000000" cy="430000"/>
          </a:xfrm>
          <a:prstGeom prst="roundRect">
            <a:avLst>
              <a:gd name="adj" fmla="val 12000"/>
            </a:avLst>
          </a:prstGeom>
          <a:solidFill>
            <a:srgbClr val="EAF0FB"/>
          </a:solidFill>
          <a:ln w="12700">
            <a:solidFill>
              <a:srgbClr val="4472C4"/>
            </a:solidFill>
          </a:ln>
        </p:spPr>
        <p:txBody>
          <a:bodyPr spcFirstLastPara="1" wrap="square" lIns="45720" tIns="20000" rIns="45720" bIns="20000" anchor="ctr"/>
          <a:lstStyle/>
          <a:p>
            <a:pPr algn="ctr">
              <a:spcAft>
                <a:spcPts val="100"/>
              </a:spcAft>
              <a:buNone/>
            </a:pPr>
            <a:r>
              <a:rPr lang="en-US" sz="1000" b="1">
                <a:solidFill>
                  <a:srgbClr val="1F3864"/>
                </a:solidFill>
                <a:latin typeface="Poppins SemiBold"/>
                <a:ea typeface="Poppins SemiBold"/>
                <a:cs typeface="Poppins SemiBold"/>
              </a:rPr>
              <a:t>Udemy_LaunchApp</a:t>
            </a:r>
          </a:p>
          <a:p>
            <a:pPr algn="ctr">
              <a:buNone/>
            </a:pPr>
            <a:r>
              <a:rPr lang="en-US" sz="800" b="0">
                <a:solidFill>
                  <a:srgbClr val="475569"/>
                </a:solidFill>
                <a:latin typeface="Lato"/>
                <a:ea typeface="Lato"/>
                <a:cs typeface="Lato"/>
              </a:rPr>
              <a:t>Opens Udemy in the Edge browser.</a:t>
            </a:r>
          </a:p>
        </p:txBody>
      </p:sp>
      <p:sp>
        <p:nvSpPr>
          <p:cNvPr id="201" name="Arrow"/>
          <p:cNvSpPr/>
          <p:nvPr/>
        </p:nvSpPr>
        <p:spPr>
          <a:xfrm>
            <a:off x="5000000" y="2155000"/>
            <a:ext cx="200000" cy="12000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Node1"/>
          <p:cNvSpPr/>
          <p:nvPr/>
        </p:nvSpPr>
        <p:spPr>
          <a:xfrm>
            <a:off x="2600000" y="2300000"/>
            <a:ext cx="5000000" cy="430000"/>
          </a:xfrm>
          <a:prstGeom prst="roundRect">
            <a:avLst>
              <a:gd name="adj" fmla="val 12000"/>
            </a:avLst>
          </a:prstGeom>
          <a:solidFill>
            <a:srgbClr val="EAF0FB"/>
          </a:solidFill>
          <a:ln w="12700">
            <a:solidFill>
              <a:srgbClr val="4472C4"/>
            </a:solidFill>
          </a:ln>
        </p:spPr>
        <p:txBody>
          <a:bodyPr spcFirstLastPara="1" wrap="square" lIns="45720" tIns="20000" rIns="45720" bIns="20000" anchor="ctr"/>
          <a:lstStyle/>
          <a:p>
            <a:pPr algn="ctr">
              <a:spcAft>
                <a:spcPts val="100"/>
              </a:spcAft>
              <a:buNone/>
            </a:pPr>
            <a:r>
              <a:rPr lang="en-US" sz="1000" b="1">
                <a:solidFill>
                  <a:srgbClr val="1F3864"/>
                </a:solidFill>
                <a:latin typeface="Poppins SemiBold"/>
                <a:ea typeface="Poppins SemiBold"/>
                <a:cs typeface="Poppins SemiBold"/>
              </a:rPr>
              <a:t>Udemy_SearchCourses</a:t>
            </a:r>
          </a:p>
          <a:p>
            <a:pPr algn="ctr">
              <a:buNone/>
            </a:pPr>
            <a:r>
              <a:rPr lang="en-US" sz="800" b="0">
                <a:solidFill>
                  <a:srgbClr val="475569"/>
                </a:solidFill>
                <a:latin typeface="Lato"/>
                <a:ea typeface="Lato"/>
                <a:cs typeface="Lato"/>
              </a:rPr>
              <a:t>Inputs the query and checks for results.</a:t>
            </a:r>
          </a:p>
        </p:txBody>
      </p:sp>
      <p:sp>
        <p:nvSpPr>
          <p:cNvPr id="203" name="Arrow"/>
          <p:cNvSpPr/>
          <p:nvPr/>
        </p:nvSpPr>
        <p:spPr>
          <a:xfrm>
            <a:off x="5000000" y="2755000"/>
            <a:ext cx="200000" cy="12000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Decision"/>
          <p:cNvSpPr/>
          <p:nvPr/>
        </p:nvSpPr>
        <p:spPr>
          <a:xfrm>
            <a:off x="3800000" y="2900000"/>
            <a:ext cx="2600000" cy="540000"/>
          </a:xfrm>
          <a:prstGeom prst="diamond">
            <a:avLst/>
          </a:prstGeom>
          <a:solidFill>
            <a:srgbClr val="4472C4"/>
          </a:solidFill>
          <a:ln w="12700">
            <a:solidFill>
              <a:srgbClr val="2F5597"/>
            </a:solidFill>
          </a:ln>
        </p:spPr>
        <p:txBody>
          <a:bodyPr spcFirstLastPara="1" wrap="square" lIns="20000" tIns="0" rIns="20000" bIns="0" anchor="ctr"/>
          <a:lstStyle/>
          <a:p>
            <a:pPr algn="ctr">
              <a:buNone/>
            </a:pPr>
            <a:r>
              <a:rPr lang="en-US" sz="1000" b="1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Courses found?</a:t>
            </a:r>
          </a:p>
        </p:txBody>
      </p:sp>
      <p:sp>
        <p:nvSpPr>
          <p:cNvPr id="205" name="NoBox"/>
          <p:cNvSpPr/>
          <p:nvPr/>
        </p:nvSpPr>
        <p:spPr>
          <a:xfrm>
            <a:off x="8100000" y="2950000"/>
            <a:ext cx="3450000" cy="430000"/>
          </a:xfrm>
          <a:prstGeom prst="roundRect">
            <a:avLst>
              <a:gd name="adj" fmla="val 12000"/>
            </a:avLst>
          </a:prstGeom>
          <a:solidFill>
            <a:srgbClr val="FCEDEA"/>
          </a:solidFill>
          <a:ln w="12700">
            <a:solidFill>
              <a:srgbClr val="E06C6C"/>
            </a:solidFill>
          </a:ln>
        </p:spPr>
        <p:txBody>
          <a:bodyPr spcFirstLastPara="1" wrap="square" lIns="45720" tIns="20000" rIns="45720" bIns="20000" anchor="ctr"/>
          <a:lstStyle/>
          <a:p>
            <a:pPr algn="ctr">
              <a:spcAft>
                <a:spcPts val="100"/>
              </a:spcAft>
              <a:buNone/>
            </a:pPr>
            <a:r>
              <a:rPr lang="en-US" sz="1000" b="1">
                <a:solidFill>
                  <a:srgbClr val="C0392B"/>
                </a:solidFill>
                <a:latin typeface="Poppins SemiBold"/>
                <a:ea typeface="Poppins SemiBold"/>
                <a:cs typeface="Poppins SemiBold"/>
              </a:rPr>
              <a:t>No — Log &amp; prompt to continue</a:t>
            </a:r>
          </a:p>
          <a:p>
            <a:pPr algn="ctr">
              <a:buNone/>
            </a:pPr>
            <a:r>
              <a:rPr lang="en-US" sz="800" b="0">
                <a:solidFill>
                  <a:srgbClr val="475569"/>
                </a:solidFill>
                <a:latin typeface="Lato"/>
                <a:ea typeface="Lato"/>
                <a:cs typeface="Lato"/>
              </a:rPr>
              <a:t>Then loop back to the search step.</a:t>
            </a:r>
          </a:p>
        </p:txBody>
      </p:sp>
      <p:sp>
        <p:nvSpPr>
          <p:cNvPr id="206" name="Arrow"/>
          <p:cNvSpPr/>
          <p:nvPr/>
        </p:nvSpPr>
        <p:spPr>
          <a:xfrm>
            <a:off x="6450000" y="3080000"/>
            <a:ext cx="1550000" cy="1800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7" name="Lbl"/>
          <p:cNvSpPr txBox="1"/>
          <p:nvPr/>
        </p:nvSpPr>
        <p:spPr>
          <a:xfrm>
            <a:off x="6950000" y="2780000"/>
            <a:ext cx="700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/>
          <a:lstStyle/>
          <a:p>
            <a:pPr algn="ctr">
              <a:buNone/>
            </a:pPr>
            <a:r>
              <a:rPr lang="en-US" sz="900" b="1">
                <a:solidFill>
                  <a:srgbClr val="C0392B"/>
                </a:solidFill>
                <a:latin typeface="Lato"/>
                <a:ea typeface="Lato"/>
                <a:cs typeface="Lato"/>
              </a:rPr>
              <a:t>No</a:t>
            </a:r>
          </a:p>
        </p:txBody>
      </p:sp>
      <p:sp>
        <p:nvSpPr>
          <p:cNvPr id="208" name="Arrow"/>
          <p:cNvSpPr/>
          <p:nvPr/>
        </p:nvSpPr>
        <p:spPr>
          <a:xfrm>
            <a:off x="5000000" y="3465000"/>
            <a:ext cx="200000" cy="12000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9" name="Lbl"/>
          <p:cNvSpPr txBox="1"/>
          <p:nvPr/>
        </p:nvSpPr>
        <p:spPr>
          <a:xfrm>
            <a:off x="5450000" y="3445000"/>
            <a:ext cx="700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/>
          <a:lstStyle/>
          <a:p>
            <a:pPr algn="ctr">
              <a:buNone/>
            </a:pPr>
            <a:r>
              <a:rPr lang="en-US" sz="900" b="1">
                <a:solidFill>
                  <a:srgbClr val="2E7D32"/>
                </a:solidFill>
                <a:latin typeface="Lato"/>
                <a:ea typeface="Lato"/>
                <a:cs typeface="Lato"/>
              </a:rPr>
              <a:t>Yes</a:t>
            </a:r>
          </a:p>
        </p:txBody>
      </p:sp>
      <p:sp>
        <p:nvSpPr>
          <p:cNvPr id="210" name="Node3"/>
          <p:cNvSpPr/>
          <p:nvPr/>
        </p:nvSpPr>
        <p:spPr>
          <a:xfrm>
            <a:off x="2600000" y="3610000"/>
            <a:ext cx="5000000" cy="430000"/>
          </a:xfrm>
          <a:prstGeom prst="roundRect">
            <a:avLst>
              <a:gd name="adj" fmla="val 12000"/>
            </a:avLst>
          </a:prstGeom>
          <a:solidFill>
            <a:srgbClr val="EAF0FB"/>
          </a:solidFill>
          <a:ln w="12700">
            <a:solidFill>
              <a:srgbClr val="4472C4"/>
            </a:solidFill>
          </a:ln>
        </p:spPr>
        <p:txBody>
          <a:bodyPr spcFirstLastPara="1" wrap="square" lIns="45720" tIns="20000" rIns="45720" bIns="20000" anchor="ctr"/>
          <a:lstStyle/>
          <a:p>
            <a:pPr algn="ctr">
              <a:spcAft>
                <a:spcPts val="100"/>
              </a:spcAft>
              <a:buNone/>
            </a:pPr>
            <a:r>
              <a:rPr lang="en-US" sz="1000" b="1">
                <a:solidFill>
                  <a:srgbClr val="1F3864"/>
                </a:solidFill>
                <a:latin typeface="Poppins SemiBold"/>
                <a:ea typeface="Poppins SemiBold"/>
                <a:cs typeface="Poppins SemiBold"/>
              </a:rPr>
              <a:t>Udemy_RetrieveCoursesData</a:t>
            </a:r>
          </a:p>
          <a:p>
            <a:pPr algn="ctr">
              <a:buNone/>
            </a:pPr>
            <a:r>
              <a:rPr lang="en-US" sz="800" b="0">
                <a:solidFill>
                  <a:srgbClr val="475569"/>
                </a:solidFill>
                <a:latin typeface="Lato"/>
                <a:ea typeface="Lato"/>
                <a:cs typeface="Lato"/>
              </a:rPr>
              <a:t>Scrapes the top 3 courses into a DataTable.</a:t>
            </a:r>
          </a:p>
        </p:txBody>
      </p:sp>
      <p:sp>
        <p:nvSpPr>
          <p:cNvPr id="211" name="Arrow"/>
          <p:cNvSpPr/>
          <p:nvPr/>
        </p:nvSpPr>
        <p:spPr>
          <a:xfrm>
            <a:off x="5000000" y="4065000"/>
            <a:ext cx="200000" cy="12000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2" name="Node4"/>
          <p:cNvSpPr/>
          <p:nvPr/>
        </p:nvSpPr>
        <p:spPr>
          <a:xfrm>
            <a:off x="2600000" y="4210000"/>
            <a:ext cx="5000000" cy="430000"/>
          </a:xfrm>
          <a:prstGeom prst="roundRect">
            <a:avLst>
              <a:gd name="adj" fmla="val 12000"/>
            </a:avLst>
          </a:prstGeom>
          <a:solidFill>
            <a:srgbClr val="EAF0FB"/>
          </a:solidFill>
          <a:ln w="12700">
            <a:solidFill>
              <a:srgbClr val="4472C4"/>
            </a:solidFill>
          </a:ln>
        </p:spPr>
        <p:txBody>
          <a:bodyPr spcFirstLastPara="1" wrap="square" lIns="45720" tIns="20000" rIns="45720" bIns="20000" anchor="ctr"/>
          <a:lstStyle/>
          <a:p>
            <a:pPr algn="ctr">
              <a:spcAft>
                <a:spcPts val="100"/>
              </a:spcAft>
              <a:buNone/>
            </a:pPr>
            <a:r>
              <a:rPr lang="en-US" sz="1000" b="1">
                <a:solidFill>
                  <a:srgbClr val="1F3864"/>
                </a:solidFill>
                <a:latin typeface="Poppins SemiBold"/>
                <a:ea typeface="Poppins SemiBold"/>
                <a:cs typeface="Poppins SemiBold"/>
              </a:rPr>
              <a:t>Udemy_ShowLeastPriceCourses</a:t>
            </a:r>
          </a:p>
          <a:p>
            <a:pPr algn="ctr">
              <a:buNone/>
            </a:pPr>
            <a:r>
              <a:rPr lang="en-US" sz="800" b="0">
                <a:solidFill>
                  <a:srgbClr val="475569"/>
                </a:solidFill>
                <a:latin typeface="Lato"/>
                <a:ea typeface="Lato"/>
                <a:cs typeface="Lato"/>
              </a:rPr>
              <a:t>Processes and displays the cheapest option.</a:t>
            </a:r>
          </a:p>
        </p:txBody>
      </p:sp>
      <p:sp>
        <p:nvSpPr>
          <p:cNvPr id="213" name="Arrow"/>
          <p:cNvSpPr/>
          <p:nvPr/>
        </p:nvSpPr>
        <p:spPr>
          <a:xfrm>
            <a:off x="5000000" y="4665000"/>
            <a:ext cx="200000" cy="12000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4" name="Node5"/>
          <p:cNvSpPr/>
          <p:nvPr/>
        </p:nvSpPr>
        <p:spPr>
          <a:xfrm>
            <a:off x="2600000" y="4810000"/>
            <a:ext cx="5000000" cy="430000"/>
          </a:xfrm>
          <a:prstGeom prst="roundRect">
            <a:avLst>
              <a:gd name="adj" fmla="val 12000"/>
            </a:avLst>
          </a:prstGeom>
          <a:solidFill>
            <a:srgbClr val="EAF0FB"/>
          </a:solidFill>
          <a:ln w="12700">
            <a:solidFill>
              <a:srgbClr val="4472C4"/>
            </a:solidFill>
          </a:ln>
        </p:spPr>
        <p:txBody>
          <a:bodyPr spcFirstLastPara="1" wrap="square" lIns="45720" tIns="20000" rIns="45720" bIns="20000" anchor="ctr"/>
          <a:lstStyle/>
          <a:p>
            <a:pPr algn="ctr">
              <a:spcAft>
                <a:spcPts val="100"/>
              </a:spcAft>
              <a:buNone/>
            </a:pPr>
            <a:r>
              <a:rPr lang="en-US" sz="1000" b="1">
                <a:solidFill>
                  <a:srgbClr val="1F3864"/>
                </a:solidFill>
                <a:latin typeface="Poppins SemiBold"/>
                <a:ea typeface="Poppins SemiBold"/>
                <a:cs typeface="Poppins SemiBold"/>
              </a:rPr>
              <a:t>NotePad_SaveCoursesData</a:t>
            </a:r>
          </a:p>
          <a:p>
            <a:pPr algn="ctr">
              <a:buNone/>
            </a:pPr>
            <a:r>
              <a:rPr lang="en-US" sz="800" b="0">
                <a:solidFill>
                  <a:srgbClr val="475569"/>
                </a:solidFill>
                <a:latin typeface="Lato"/>
                <a:ea typeface="Lato"/>
                <a:cs typeface="Lato"/>
              </a:rPr>
              <a:t>Writes the DataTable out to Notepad.</a:t>
            </a:r>
          </a:p>
        </p:txBody>
      </p:sp>
      <p:sp>
        <p:nvSpPr>
          <p:cNvPr id="215" name="Arrow"/>
          <p:cNvSpPr/>
          <p:nvPr/>
        </p:nvSpPr>
        <p:spPr>
          <a:xfrm>
            <a:off x="5000000" y="5265000"/>
            <a:ext cx="200000" cy="12000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6" name="Node6"/>
          <p:cNvSpPr/>
          <p:nvPr/>
        </p:nvSpPr>
        <p:spPr>
          <a:xfrm>
            <a:off x="2600000" y="5410000"/>
            <a:ext cx="5000000" cy="430000"/>
          </a:xfrm>
          <a:prstGeom prst="roundRect">
            <a:avLst>
              <a:gd name="adj" fmla="val 12000"/>
            </a:avLst>
          </a:prstGeom>
          <a:solidFill>
            <a:srgbClr val="EAF0FB"/>
          </a:solidFill>
          <a:ln w="12700">
            <a:solidFill>
              <a:srgbClr val="4472C4"/>
            </a:solidFill>
          </a:ln>
        </p:spPr>
        <p:txBody>
          <a:bodyPr spcFirstLastPara="1" wrap="square" lIns="45720" tIns="20000" rIns="45720" bIns="20000" anchor="ctr"/>
          <a:lstStyle/>
          <a:p>
            <a:pPr algn="ctr">
              <a:spcAft>
                <a:spcPts val="100"/>
              </a:spcAft>
              <a:buNone/>
            </a:pPr>
            <a:r>
              <a:rPr lang="en-US" sz="1000" b="1">
                <a:solidFill>
                  <a:srgbClr val="1F3864"/>
                </a:solidFill>
                <a:latin typeface="Poppins SemiBold"/>
                <a:ea typeface="Poppins SemiBold"/>
                <a:cs typeface="Poppins SemiBold"/>
              </a:rPr>
              <a:t>Control_CheckToContinue</a:t>
            </a:r>
          </a:p>
          <a:p>
            <a:pPr algn="ctr">
              <a:buNone/>
            </a:pPr>
            <a:r>
              <a:rPr lang="en-US" sz="800" b="0">
                <a:solidFill>
                  <a:srgbClr val="475569"/>
                </a:solidFill>
                <a:latin typeface="Lato"/>
                <a:ea typeface="Lato"/>
                <a:cs typeface="Lato"/>
              </a:rPr>
              <a:t>Prompts to loop back to Search or proceed.</a:t>
            </a:r>
          </a:p>
        </p:txBody>
      </p:sp>
      <p:sp>
        <p:nvSpPr>
          <p:cNvPr id="217" name="Arrow"/>
          <p:cNvSpPr/>
          <p:nvPr/>
        </p:nvSpPr>
        <p:spPr>
          <a:xfrm>
            <a:off x="5000000" y="5865000"/>
            <a:ext cx="200000" cy="12000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8" name="Node7"/>
          <p:cNvSpPr/>
          <p:nvPr/>
        </p:nvSpPr>
        <p:spPr>
          <a:xfrm>
            <a:off x="2600000" y="6010000"/>
            <a:ext cx="5000000" cy="430000"/>
          </a:xfrm>
          <a:prstGeom prst="roundRect">
            <a:avLst>
              <a:gd name="adj" fmla="val 12000"/>
            </a:avLst>
          </a:prstGeom>
          <a:solidFill>
            <a:srgbClr val="EAF0FB"/>
          </a:solidFill>
          <a:ln w="12700">
            <a:solidFill>
              <a:srgbClr val="4472C4"/>
            </a:solidFill>
          </a:ln>
        </p:spPr>
        <p:txBody>
          <a:bodyPr spcFirstLastPara="1" wrap="square" lIns="45720" tIns="20000" rIns="45720" bIns="20000" anchor="ctr"/>
          <a:lstStyle/>
          <a:p>
            <a:pPr algn="ctr">
              <a:spcAft>
                <a:spcPts val="100"/>
              </a:spcAft>
              <a:buNone/>
            </a:pPr>
            <a:r>
              <a:rPr lang="en-US" sz="1000" b="1">
                <a:solidFill>
                  <a:srgbClr val="1F3864"/>
                </a:solidFill>
                <a:latin typeface="Poppins SemiBold"/>
                <a:ea typeface="Poppins SemiBold"/>
                <a:cs typeface="Poppins SemiBold"/>
              </a:rPr>
              <a:t>Udemy_CloseApp</a:t>
            </a:r>
          </a:p>
          <a:p>
            <a:pPr algn="ctr">
              <a:buNone/>
            </a:pPr>
            <a:r>
              <a:rPr lang="en-US" sz="800" b="0">
                <a:solidFill>
                  <a:srgbClr val="475569"/>
                </a:solidFill>
                <a:latin typeface="Lato"/>
                <a:ea typeface="Lato"/>
                <a:cs typeface="Lato"/>
              </a:rPr>
              <a:t>Closes the Edge browser gracefully.</a:t>
            </a:r>
          </a:p>
        </p:txBody>
      </p:sp>
      <p:pic>
        <p:nvPicPr>
          <p:cNvPr id="124" name="RAY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71500" y="520000"/>
            <a:ext cx="9600000" cy="5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Needed Implementation Steps</a:t>
            </a:r>
          </a:p>
        </p:txBody>
      </p:sp>
      <p:sp>
        <p:nvSpPr>
          <p:cNvPr id="3" name="Accent Bar"/>
          <p:cNvSpPr/>
          <p:nvPr/>
        </p:nvSpPr>
        <p:spPr>
          <a:xfrm>
            <a:off x="571500" y="1120000"/>
            <a:ext cx="1400000" cy="5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ubtitle"/>
          <p:cNvSpPr txBox="1"/>
          <p:nvPr/>
        </p:nvSpPr>
        <p:spPr>
          <a:xfrm>
            <a:off x="571500" y="1250000"/>
            <a:ext cx="11049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Four structured steps to build the Udemy extraction robot in UiPath, from project setup to reliable UI automation.</a:t>
            </a:r>
          </a:p>
        </p:txBody>
      </p:sp>
      <p:sp>
        <p:nvSpPr>
          <p:cNvPr id="5" name="Left Panel"/>
          <p:cNvSpPr/>
          <p:nvPr/>
        </p:nvSpPr>
        <p:spPr>
          <a:xfrm>
            <a:off x="571500" y="1990000"/>
            <a:ext cx="5230000" cy="4360000"/>
          </a:xfrm>
          <a:prstGeom prst="roundRect">
            <a:avLst>
              <a:gd name="adj" fmla="val 4000"/>
            </a:avLst>
          </a:prstGeom>
          <a:solidFill>
            <a:srgbClr val="F2F5FB"/>
          </a:solidFill>
          <a:ln w="9525">
            <a:solidFill>
              <a:srgbClr val="DBE3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ight Panel"/>
          <p:cNvSpPr/>
          <p:nvPr/>
        </p:nvSpPr>
        <p:spPr>
          <a:xfrm>
            <a:off x="6090500" y="1990000"/>
            <a:ext cx="5530000" cy="4360000"/>
          </a:xfrm>
          <a:prstGeom prst="roundRect">
            <a:avLst>
              <a:gd name="adj" fmla="val 4000"/>
            </a:avLst>
          </a:prstGeom>
          <a:solidFill>
            <a:srgbClr val="F2F5FB"/>
          </a:solidFill>
          <a:ln w="9525">
            <a:solidFill>
              <a:srgbClr val="DBE3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Left Header"/>
          <p:cNvSpPr txBox="1"/>
          <p:nvPr/>
        </p:nvSpPr>
        <p:spPr>
          <a:xfrm>
            <a:off x="871500" y="2200000"/>
            <a:ext cx="463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Implementation Steps</a:t>
            </a:r>
          </a:p>
        </p:txBody>
      </p:sp>
      <p:sp>
        <p:nvSpPr>
          <p:cNvPr id="8" name="Left Steps"/>
          <p:cNvSpPr txBox="1"/>
          <p:nvPr/>
        </p:nvSpPr>
        <p:spPr>
          <a:xfrm>
            <a:off x="871500" y="2740000"/>
            <a:ext cx="4630000" cy="3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00050" marR="0" lvl="0" indent="-400050" algn="l" rtl="0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Clr>
                <a:srgbClr val="4472C4"/>
              </a:buClr>
              <a:buFont typeface="Lato" panose="020F0502020204030203"/>
              <a:buAutoNum type="arabicPeriod"/>
            </a:pPr>
            <a:r>
              <a:rPr lang="en-US" sz="140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Project Setup</a:t>
            </a:r>
          </a:p>
          <a:p>
            <a:pPr marL="400050" marR="0" lvl="0" indent="-400050" algn="l" rtl="0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Clr>
                <a:srgbClr val="4472C4"/>
              </a:buClr>
              <a:buFont typeface="Lato" panose="020F0502020204030203"/>
              <a:buAutoNum type="arabicPeriod"/>
            </a:pPr>
            <a:r>
              <a:rPr lang="en-US" sz="140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Workflow Modularity</a:t>
            </a:r>
          </a:p>
          <a:p>
            <a:pPr marL="400050" marR="0" lvl="0" indent="-400050" algn="l" rtl="0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Clr>
                <a:srgbClr val="4472C4"/>
              </a:buClr>
              <a:buFont typeface="Lato" panose="020F0502020204030203"/>
              <a:buAutoNum type="arabicPeriod"/>
            </a:pPr>
            <a:r>
              <a:rPr lang="en-US" sz="140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Variables &amp; Arguments</a:t>
            </a:r>
          </a:p>
          <a:p>
            <a:pPr marL="400050" marR="0" lvl="0" indent="-40005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Font typeface="Lato" panose="020F0502020204030203"/>
              <a:buAutoNum type="arabicPeriod"/>
            </a:pPr>
            <a:r>
              <a:rPr lang="en-US" sz="140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UI Selectors &amp; Activities</a:t>
            </a:r>
          </a:p>
        </p:txBody>
      </p:sp>
      <p:sp>
        <p:nvSpPr>
          <p:cNvPr id="9" name="Right Header"/>
          <p:cNvSpPr txBox="1"/>
          <p:nvPr/>
        </p:nvSpPr>
        <p:spPr>
          <a:xfrm>
            <a:off x="6390500" y="2200000"/>
            <a:ext cx="493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Details</a:t>
            </a:r>
          </a:p>
        </p:txBody>
      </p:sp>
      <p:sp>
        <p:nvSpPr>
          <p:cNvPr id="10" name="Right Concepts"/>
          <p:cNvSpPr txBox="1"/>
          <p:nvPr/>
        </p:nvSpPr>
        <p:spPr>
          <a:xfrm>
            <a:off x="6390500" y="2660000"/>
            <a:ext cx="4930000" cy="3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5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Project Setup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10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Create a new UiPath Process, organize a clear folder structure for workflows, and add the required dependencies and packages.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5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Workflow Modularity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10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Break the automation into small, reusable workflows (Launch, Search, Retrieve, Show, Save, Close) orchestrated from a main Flowchart.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5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Variables &amp; Arguments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10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Define well-named variables and pass data between workflows using In/Out arguments to keep each module self-contained.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5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UI Selectors &amp; Activities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Configure reliable selectors and use activities like Type Into, Click, Data Scraping, and Write Range for stable UI automation.</a:t>
            </a:r>
          </a:p>
        </p:txBody>
      </p:sp>
      <p:pic>
        <p:nvPicPr>
          <p:cNvPr id="11" name="RAY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71500" y="520000"/>
            <a:ext cx="9600000" cy="5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Group Activity Guidelines</a:t>
            </a:r>
          </a:p>
        </p:txBody>
      </p:sp>
      <p:sp>
        <p:nvSpPr>
          <p:cNvPr id="3" name="Accent Bar"/>
          <p:cNvSpPr/>
          <p:nvPr/>
        </p:nvSpPr>
        <p:spPr>
          <a:xfrm>
            <a:off x="571500" y="1120000"/>
            <a:ext cx="1400000" cy="5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ubtitle"/>
          <p:cNvSpPr txBox="1"/>
          <p:nvPr/>
        </p:nvSpPr>
        <p:spPr>
          <a:xfrm>
            <a:off x="571500" y="1250000"/>
            <a:ext cx="11049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How you'll work through the </a:t>
            </a:r>
            <a:r>
              <a:rPr lang="en-US" sz="130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Project</a:t>
            </a:r>
            <a:endParaRPr lang="en-US" sz="1300" b="0" i="0" u="none" strike="noStrike" cap="none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5" name="Left Panel"/>
          <p:cNvSpPr/>
          <p:nvPr/>
        </p:nvSpPr>
        <p:spPr>
          <a:xfrm>
            <a:off x="571500" y="1990000"/>
            <a:ext cx="5230000" cy="4360000"/>
          </a:xfrm>
          <a:prstGeom prst="roundRect">
            <a:avLst>
              <a:gd name="adj" fmla="val 4000"/>
            </a:avLst>
          </a:prstGeom>
          <a:solidFill>
            <a:srgbClr val="F2F5FB"/>
          </a:solidFill>
          <a:ln w="9525">
            <a:solidFill>
              <a:srgbClr val="DBE3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ight Panel"/>
          <p:cNvSpPr/>
          <p:nvPr/>
        </p:nvSpPr>
        <p:spPr>
          <a:xfrm>
            <a:off x="6390500" y="1990000"/>
            <a:ext cx="5230000" cy="4360000"/>
          </a:xfrm>
          <a:prstGeom prst="roundRect">
            <a:avLst>
              <a:gd name="adj" fmla="val 4000"/>
            </a:avLst>
          </a:prstGeom>
          <a:solidFill>
            <a:srgbClr val="F2F5FB"/>
          </a:solidFill>
          <a:ln w="9525">
            <a:solidFill>
              <a:srgbClr val="DBE3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Left Number"/>
          <p:cNvSpPr txBox="1"/>
          <p:nvPr/>
        </p:nvSpPr>
        <p:spPr>
          <a:xfrm>
            <a:off x="871500" y="2320000"/>
            <a:ext cx="4630000" cy="1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2</a:t>
            </a:r>
          </a:p>
        </p:txBody>
      </p:sp>
      <p:sp>
        <p:nvSpPr>
          <p:cNvPr id="8" name="Left Header"/>
          <p:cNvSpPr txBox="1"/>
          <p:nvPr/>
        </p:nvSpPr>
        <p:spPr>
          <a:xfrm>
            <a:off x="871500" y="3720000"/>
            <a:ext cx="463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Teams of Two</a:t>
            </a:r>
          </a:p>
        </p:txBody>
      </p:sp>
      <p:sp>
        <p:nvSpPr>
          <p:cNvPr id="9" name="Left Body"/>
          <p:cNvSpPr txBox="1"/>
          <p:nvPr/>
        </p:nvSpPr>
        <p:spPr>
          <a:xfrm>
            <a:off x="871500" y="4180000"/>
            <a:ext cx="4630000" cy="1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You'll be organized into teams of two members each. Work closely with your partner to design and build your solution together.</a:t>
            </a:r>
          </a:p>
        </p:txBody>
      </p:sp>
      <p:sp>
        <p:nvSpPr>
          <p:cNvPr id="10" name="Right Number"/>
          <p:cNvSpPr txBox="1"/>
          <p:nvPr/>
        </p:nvSpPr>
        <p:spPr>
          <a:xfrm>
            <a:off x="6690500" y="2320000"/>
            <a:ext cx="4630000" cy="1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5</a:t>
            </a:r>
            <a:r>
              <a:rPr lang="en-US" sz="3200" b="1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 min</a:t>
            </a:r>
          </a:p>
        </p:txBody>
      </p:sp>
      <p:sp>
        <p:nvSpPr>
          <p:cNvPr id="11" name="Right Header"/>
          <p:cNvSpPr txBox="1"/>
          <p:nvPr/>
        </p:nvSpPr>
        <p:spPr>
          <a:xfrm>
            <a:off x="6690500" y="3720000"/>
            <a:ext cx="463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5-Minute Presentation</a:t>
            </a:r>
          </a:p>
        </p:txBody>
      </p:sp>
      <p:sp>
        <p:nvSpPr>
          <p:cNvPr id="12" name="Right Body"/>
          <p:cNvSpPr txBox="1"/>
          <p:nvPr/>
        </p:nvSpPr>
        <p:spPr>
          <a:xfrm>
            <a:off x="6690500" y="4180000"/>
            <a:ext cx="4630000" cy="1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Each team presents its solution to the group in 5 minutes. Walk through your approach, demo the robot, and highlight your key decisions.</a:t>
            </a:r>
          </a:p>
        </p:txBody>
      </p:sp>
      <p:pic>
        <p:nvPicPr>
          <p:cNvPr id="13" name="RAY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RAY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6DC42AD-4F73-2CF8-4D47-0F6CDA7A12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6112" y="1666875"/>
            <a:ext cx="5819775" cy="35242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20">
          <a:extLst>
            <a:ext uri="{FF2B5EF4-FFF2-40B4-BE49-F238E27FC236}">
              <a16:creationId xmlns:a16="http://schemas.microsoft.com/office/drawing/2014/main" id="{D79F0D44-C624-2CCE-4381-5C0193CBF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42057D4-B7C7-851C-8863-7AF1E02FD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466" y="643466"/>
            <a:ext cx="5571067" cy="5571067"/>
          </a:xfrm>
          <a:prstGeom prst="rect">
            <a:avLst/>
          </a:prstGeom>
        </p:spPr>
      </p:pic>
      <p:pic>
        <p:nvPicPr>
          <p:cNvPr id="900" name="RAYA Logo">
            <a:extLst>
              <a:ext uri="{FF2B5EF4-FFF2-40B4-BE49-F238E27FC236}">
                <a16:creationId xmlns:a16="http://schemas.microsoft.com/office/drawing/2014/main" id="{CACAC281-B133-8110-719F-4C30A5FCDE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643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19</cp:revision>
  <dcterms:created xsi:type="dcterms:W3CDTF">2026-06-28T13:07:00Z</dcterms:created>
  <dcterms:modified xsi:type="dcterms:W3CDTF">2026-07-08T13:56:08Z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B651B712D48146EDAED1BBC79AD3F286_12</vt:lpwstr>
  </property>
  <property fmtid="{D5CDD505-2E9C-101B-9397-08002B2CF9AE}" pid="3" name="KSOProductBuildVer">
    <vt:lpwstr>1033-12.1.0.26880</vt:lpwstr>
  </property>
</Properties>
</file>