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APIs, LLMs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talking to an AI — in one session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cover: APIs · JSON · Auth · LLMs · Tokens · Prompts · Llama · Hugging Face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80467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601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96012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60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16128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57400" y="1024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057400" y="13990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API?  ·  Requests &amp; Responses  ·  JSON Basics  ·  Authentication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196596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9659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EA5E9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167128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2029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057400" y="2404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Work  ·  Tokens &amp; Tokenization  ·  Prompt Engineering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29718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19" name="Shape 15"/>
          <p:cNvSpPr/>
          <p:nvPr/>
        </p:nvSpPr>
        <p:spPr>
          <a:xfrm>
            <a:off x="548640" y="297180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172968"/>
            <a:ext cx="420624" cy="42062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057400" y="3035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&amp; Hugging Face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2057400" y="341071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Models  ·  Hugging Face Ecosystem  ·  Models, Datasets &amp; Spaces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39776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</p:sp>
      <p:sp>
        <p:nvSpPr>
          <p:cNvPr id="25" name="Shape 20"/>
          <p:cNvSpPr/>
          <p:nvPr/>
        </p:nvSpPr>
        <p:spPr>
          <a:xfrm>
            <a:off x="548640" y="39776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26" name="Text 21"/>
          <p:cNvSpPr/>
          <p:nvPr/>
        </p:nvSpPr>
        <p:spPr>
          <a:xfrm>
            <a:off x="548640" y="3977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4178808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057400" y="4041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2057400" y="44165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 LLM via API  ·  Live Code Demo  ·  Discussion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4572000" cy="45720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ever…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80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Chatted with ChatGPT or Siri?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688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2860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something on Google?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3291840"/>
            <a:ext cx="786384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7472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2918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an app that felt... smart?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use APIs and AI under the hood.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0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Interfaces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apps talk to each other — and to AI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API?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E0F2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Restaurant Analogy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customer
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API docs
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API
</a:t>
            </a:r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server / 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= a set of rules that lets one program talk to another.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27432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246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Maps in Uber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PayPal checkout button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Weather widget on your phone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Requests &amp; Responses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10058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005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005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Brain)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1508760"/>
            <a:ext cx="8686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1508760"/>
            <a:ext cx="8686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https://api.openai.com/v1/chat/completions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RESPONSE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"choices": [{ "message": { "content": "Hello!" } }] 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= read data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24328" y="3840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24328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= send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91456" y="3840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91456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= update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58584" y="384048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58584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= remove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Basics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= JavaScript Object Notation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APIs use to send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Human-readable, machine-friendly.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3840480" cy="201168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317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"Layla",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"is_student": true,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"skills": ["Python", "AI"]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972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1024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double quotes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7099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string, number, boolean, array, object, null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68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23957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between items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30815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{ } for objects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84048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37673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brackets [ ] for arrays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Authentication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need to know WHO is making a request.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288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5568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21792" y="2304288"/>
            <a:ext cx="3602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password-like string.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in request headers.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publicly!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846320" y="164592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82880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04688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010912" y="2304288"/>
            <a:ext cx="3602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temporary access token.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after some time.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OAuth systems.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37033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Example: Authorization: Bearer sk-abc123...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keys in .env files — NEVER hardcode them in shared code!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0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brains behind modern AI chatbots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Large Language Model?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"Autocomplete on steroids — it predicts the most likely next word,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times, incredibly fast."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860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2286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Huge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2761488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Wikipedia, code, websites — billions of examples.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21031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2860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0208" y="2286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Text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56432" y="2761488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(token) at a time, based on probability.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10312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2860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84848" y="2286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Database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91072" y="2761488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look things up — it generates based on patterns.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LLMs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(Prompt)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1691640"/>
            <a:ext cx="347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1005840"/>
            <a:ext cx="1371600" cy="13716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1993392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93392" y="1463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1691640"/>
            <a:ext cx="347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12464" y="1005840"/>
            <a:ext cx="1371600" cy="1371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712464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12464" y="1463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Through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84064" y="1691640"/>
            <a:ext cx="347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31536" y="1005840"/>
            <a:ext cx="1371600" cy="1371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31536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31536" y="1463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Next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1691640"/>
            <a:ext cx="3474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0608" y="1005840"/>
            <a:ext cx="1371600" cy="13716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150608" y="1005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50608" y="1463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8229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Repeat step 4 &amp; 5 until the answer is complete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1546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"What is 2+2?"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sees context → calculates probabilities → picks "4" → done!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 &amp; Tokenization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don't read words — they read tokens.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"Hello, world!"  =  4 tokens: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965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286000" y="196596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FCE7F3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0" y="1965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14800" y="196596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D1FAE5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0" y="1965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world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0" y="1965960"/>
            <a:ext cx="1554480" cy="594360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1965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278892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token ≈ ¾ word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1792" y="3447288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tokens ≈ 75 words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1840" y="278892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47472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56432" y="3447288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 the model can 'see' at once. GPT-4: up to 128K tokens!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26480" y="278892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0936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91072" y="3447288"/>
            <a:ext cx="2276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charge per token. Longer prompts = more cost.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Fundamentals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very clear instructions to a very literal assistant. 🎯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Weak Prompt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"Tell me about climate."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vague. You'll get a generic essay.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92024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0FDF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Strong Prompt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423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"Explain climate change in 3 bullet points for a 15-year-old."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108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task + format + audience = great output.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69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24328" y="40690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624328" y="4069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91456" y="40690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4069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role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58584" y="40690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958584" y="40690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format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0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&amp;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AI you can run yourself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Llama Models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open-source alternative to GPT — free to download and use!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830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Llama?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" y="2258568"/>
            <a:ext cx="2276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open-weight LLM by Meta AI. Anyone can download, run, and fine-tune it.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60020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783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50208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 Source?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56432" y="2258568"/>
            <a:ext cx="2276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subscription. No rate limits. Run on your own hardware. Study the weights.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60020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7830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84848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(2024)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91072" y="2258568"/>
            <a:ext cx="22768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to 70B parameter models. Competitive with GPT-4 on many tasks.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/>
        </p:spPr>
      </p:sp>
      <p:sp>
        <p:nvSpPr>
          <p:cNvPr id="18" name="Text 13"/>
          <p:cNvSpPr/>
          <p:nvPr/>
        </p:nvSpPr>
        <p:spPr>
          <a:xfrm>
            <a:off x="640080" y="42245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🦙  B = Billion parameters.  More parameters ≠ always better, but bigger models generally understand more.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 Ecosystem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GitHub of AI — a community hub for models, datasets, and demos.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830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5568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Models Hub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21792" y="2258568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400,000+ pre-trained models.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in 1 line of code.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vision, audio, and more.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800600" y="160020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78308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58968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Datasets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965192" y="2258568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versioned datasets.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training and evaluation.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tiny to terabytes.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" y="333756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2044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15568" y="3520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Spaces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21792" y="3995928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apps in the browser.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Gradio or Streamlit.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work with the world.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800600" y="3337560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352044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58968" y="3520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Transformers Lib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965192" y="3995928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to load any model.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pipeline(), AutoModel, Trainer.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· Datasets · Spaces — Deep Dive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24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BERT, GPT-2, Llama-3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2494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Sentiment analysis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7614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 classification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2735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generation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7856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Speech-to-text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1005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00584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0EA5E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515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94760" y="1024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33756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Common Crawl (web text)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37560" y="22494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ImageNet (images)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37560" y="27614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Stack (code)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37560" y="32735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OpenAssistant (chat)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37560" y="37856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CSV uploads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035040" y="1005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35040" y="1005840"/>
            <a:ext cx="2651760" cy="64008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29400" y="1024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Spaces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172200" y="1737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models in browser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172200" y="22494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GPU required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172200" y="27614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a Gradio app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172200" y="32735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Fork and customize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172200" y="37856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class demos!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0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Talking to an LLM via API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write real code!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Using an LLM Through an API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call the Hugging Face Inference API with 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free HF token at huggingface.co/settings/tokens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762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huggingface_hub requests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4378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8437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model, e.g. mistralai/Mistral-7B-Instruct-v0.2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511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POST request with your prompt as JSON payload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78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17880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response and print the generated text!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Code: Hugging Face API Call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3931920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requests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API_URL = "https://api-inference.huggingface.co/models/mistralai/Mistral-7B-Instruct-v0.2"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 = {"Authorization": "Bearer YOUR_HF_TOKEN"}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ask_llm(prompt):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 = {"inputs": prompt, "parameters": {"max_new_tokens": 200}}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requests.post(API_URL, headers=headers, json=payload)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response.json()[0]["generated_text"]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ask_llm("Explain what an API is in simple terms.")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print(answer)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Discuss 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If you built an AI app, what would it do?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could go wrong if an LLM makes things up?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786384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346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Would you prefer open-source (Llama) or paid APIs (GPT)? Why?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connect apps · JSON carries data · Auth keeps us safe · LLMs predict text · Tokens = pricing unit · Prompts matter · Hugging Face = open AI playground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YOU Do Next?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 — for free, today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 — explore models and run Spaces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5059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359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platform.openai.com — free API credits to start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7238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9809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— free GPU notebook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9417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6027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promptingguide.ai — master prompt engineering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40080" y="429768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7" name="Text 11"/>
          <p:cNvSpPr/>
          <p:nvPr/>
        </p:nvSpPr>
        <p:spPr>
          <a:xfrm>
            <a:off x="64008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Try it: Ask an LLM to explain itself!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— APIs, LLMs &amp; Hugging Face</dc:title>
  <dc:subject>PptxGenJS Presentation</dc:subject>
  <dc:creator>PptxGenJS</dc:creator>
  <cp:lastModifiedBy>PptxGenJS</cp:lastModifiedBy>
  <cp:revision>1</cp:revision>
  <dcterms:created xsi:type="dcterms:W3CDTF">2026-06-28T08:29:20Z</dcterms:created>
  <dcterms:modified xsi:type="dcterms:W3CDTF">2026-06-28T08:29:20Z</dcterms:modified>
</cp:coreProperties>
</file>